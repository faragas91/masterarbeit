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8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1" r:id="rId1"/>
  </p:sldMasterIdLst>
  <p:notesMasterIdLst>
    <p:notesMasterId r:id="rId19"/>
  </p:notesMasterIdLst>
  <p:sldIdLst>
    <p:sldId id="256" r:id="rId2"/>
    <p:sldId id="276" r:id="rId3"/>
    <p:sldId id="259" r:id="rId4"/>
    <p:sldId id="260" r:id="rId5"/>
    <p:sldId id="291" r:id="rId6"/>
    <p:sldId id="290" r:id="rId7"/>
    <p:sldId id="283" r:id="rId8"/>
    <p:sldId id="282" r:id="rId9"/>
    <p:sldId id="296" r:id="rId10"/>
    <p:sldId id="287" r:id="rId11"/>
    <p:sldId id="295" r:id="rId12"/>
    <p:sldId id="293" r:id="rId13"/>
    <p:sldId id="294" r:id="rId14"/>
    <p:sldId id="281" r:id="rId15"/>
    <p:sldId id="286" r:id="rId16"/>
    <p:sldId id="289" r:id="rId17"/>
    <p:sldId id="288" r:id="rId1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549"/>
    <a:srgbClr val="003635"/>
    <a:srgbClr val="FF0D97"/>
    <a:srgbClr val="0000CC"/>
    <a:srgbClr val="9EFF29"/>
    <a:srgbClr val="C80064"/>
    <a:srgbClr val="C33A1F"/>
    <a:srgbClr val="007033"/>
    <a:srgbClr val="D6370C"/>
    <a:srgbClr val="1D3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3693" autoAdjust="0"/>
  </p:normalViewPr>
  <p:slideViewPr>
    <p:cSldViewPr snapToGrid="0">
      <p:cViewPr varScale="1">
        <p:scale>
          <a:sx n="123" d="100"/>
          <a:sy n="123" d="100"/>
        </p:scale>
        <p:origin x="1212" y="9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</p:sldLst>
  </p:outlin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13" Type="http://schemas.openxmlformats.org/officeDocument/2006/relationships/slide" Target="slides/slide15.xml"/><Relationship Id="rId3" Type="http://schemas.openxmlformats.org/officeDocument/2006/relationships/slide" Target="slides/slide4.xml"/><Relationship Id="rId7" Type="http://schemas.openxmlformats.org/officeDocument/2006/relationships/slide" Target="slides/slide9.xml"/><Relationship Id="rId12" Type="http://schemas.openxmlformats.org/officeDocument/2006/relationships/slide" Target="slides/slide14.xml"/><Relationship Id="rId2" Type="http://schemas.openxmlformats.org/officeDocument/2006/relationships/slide" Target="slides/slide3.xml"/><Relationship Id="rId1" Type="http://schemas.openxmlformats.org/officeDocument/2006/relationships/slide" Target="slides/slide1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5" Type="http://schemas.openxmlformats.org/officeDocument/2006/relationships/slide" Target="slides/slide7.xml"/><Relationship Id="rId15" Type="http://schemas.openxmlformats.org/officeDocument/2006/relationships/slide" Target="slides/slide17.xml"/><Relationship Id="rId10" Type="http://schemas.openxmlformats.org/officeDocument/2006/relationships/slide" Target="slides/slide12.xml"/><Relationship Id="rId4" Type="http://schemas.openxmlformats.org/officeDocument/2006/relationships/slide" Target="slides/slide5.xml"/><Relationship Id="rId9" Type="http://schemas.openxmlformats.org/officeDocument/2006/relationships/slide" Target="slides/slide11.xml"/><Relationship Id="rId14" Type="http://schemas.openxmlformats.org/officeDocument/2006/relationships/slide" Target="slides/slide1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92D9E5A-57F1-40C8-9C3A-0B74D7E2BF8E}" type="doc">
      <dgm:prSet loTypeId="urn:microsoft.com/office/officeart/2005/8/layout/vList2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de-AT"/>
        </a:p>
      </dgm:t>
    </dgm:pt>
    <dgm:pt modelId="{2E02AB43-DEE6-4D67-AC79-B3FF2C7CD03A}">
      <dgm:prSet/>
      <dgm:spPr/>
      <dgm:t>
        <a:bodyPr/>
        <a:lstStyle/>
        <a:p>
          <a:r>
            <a:rPr lang="en-US" dirty="0"/>
            <a:t>What is RNA and ncRNA ?</a:t>
          </a:r>
          <a:endParaRPr lang="de-AT" dirty="0"/>
        </a:p>
      </dgm:t>
    </dgm:pt>
    <dgm:pt modelId="{7F427AF5-31EB-4245-8520-3F43897EB35E}" type="parTrans" cxnId="{28C62264-CC2C-4ED1-BD86-391A4A938A59}">
      <dgm:prSet/>
      <dgm:spPr/>
      <dgm:t>
        <a:bodyPr/>
        <a:lstStyle/>
        <a:p>
          <a:endParaRPr lang="de-AT"/>
        </a:p>
      </dgm:t>
    </dgm:pt>
    <dgm:pt modelId="{244B663F-802C-4216-ABFD-298AD833493D}" type="sibTrans" cxnId="{28C62264-CC2C-4ED1-BD86-391A4A938A59}">
      <dgm:prSet/>
      <dgm:spPr/>
      <dgm:t>
        <a:bodyPr/>
        <a:lstStyle/>
        <a:p>
          <a:endParaRPr lang="de-AT"/>
        </a:p>
      </dgm:t>
    </dgm:pt>
    <dgm:pt modelId="{A6B32D9D-3C91-4EC3-BECC-1766D4434C9F}">
      <dgm:prSet/>
      <dgm:spPr/>
      <dgm:t>
        <a:bodyPr/>
        <a:lstStyle/>
        <a:p>
          <a:r>
            <a:rPr lang="en-US"/>
            <a:t>Aim of the master thesis</a:t>
          </a:r>
          <a:endParaRPr lang="de-AT"/>
        </a:p>
      </dgm:t>
    </dgm:pt>
    <dgm:pt modelId="{47149123-8B29-4836-83AA-921F880DF6AD}" type="parTrans" cxnId="{FC4D5044-88E1-404C-8BBE-A50BF21BFD64}">
      <dgm:prSet/>
      <dgm:spPr/>
      <dgm:t>
        <a:bodyPr/>
        <a:lstStyle/>
        <a:p>
          <a:endParaRPr lang="de-AT"/>
        </a:p>
      </dgm:t>
    </dgm:pt>
    <dgm:pt modelId="{89788E32-ED67-4D2C-9F7B-7434388E3316}" type="sibTrans" cxnId="{FC4D5044-88E1-404C-8BBE-A50BF21BFD64}">
      <dgm:prSet/>
      <dgm:spPr/>
      <dgm:t>
        <a:bodyPr/>
        <a:lstStyle/>
        <a:p>
          <a:endParaRPr lang="de-AT"/>
        </a:p>
      </dgm:t>
    </dgm:pt>
    <dgm:pt modelId="{BD16C6FB-D020-4C2A-BAB5-943E75C4BE70}">
      <dgm:prSet/>
      <dgm:spPr/>
      <dgm:t>
        <a:bodyPr/>
        <a:lstStyle/>
        <a:p>
          <a:r>
            <a:rPr lang="en-US"/>
            <a:t>Pipeline &amp; Tools</a:t>
          </a:r>
          <a:endParaRPr lang="de-AT"/>
        </a:p>
      </dgm:t>
    </dgm:pt>
    <dgm:pt modelId="{8351B1E9-0D2B-4F1F-A75B-0FFF54A491E9}" type="parTrans" cxnId="{032C6ACA-7F98-42F5-AB11-07AE816E461D}">
      <dgm:prSet/>
      <dgm:spPr/>
      <dgm:t>
        <a:bodyPr/>
        <a:lstStyle/>
        <a:p>
          <a:endParaRPr lang="de-AT"/>
        </a:p>
      </dgm:t>
    </dgm:pt>
    <dgm:pt modelId="{342D0644-07D7-4779-A04B-64442A492E4F}" type="sibTrans" cxnId="{032C6ACA-7F98-42F5-AB11-07AE816E461D}">
      <dgm:prSet/>
      <dgm:spPr/>
      <dgm:t>
        <a:bodyPr/>
        <a:lstStyle/>
        <a:p>
          <a:endParaRPr lang="de-AT"/>
        </a:p>
      </dgm:t>
    </dgm:pt>
    <dgm:pt modelId="{EE62DA4E-D510-4FCD-99D9-83FC630ED42E}">
      <dgm:prSet/>
      <dgm:spPr/>
      <dgm:t>
        <a:bodyPr/>
        <a:lstStyle/>
        <a:p>
          <a:r>
            <a:rPr lang="de-DE" dirty="0" err="1"/>
            <a:t>Results</a:t>
          </a:r>
          <a:endParaRPr lang="de-AT" dirty="0"/>
        </a:p>
      </dgm:t>
    </dgm:pt>
    <dgm:pt modelId="{3E0F8EEE-C1D0-4868-823F-B04E2EAD09CD}" type="parTrans" cxnId="{8E1939AA-9C0F-408C-8972-2F8A8FCCFEBA}">
      <dgm:prSet/>
      <dgm:spPr/>
      <dgm:t>
        <a:bodyPr/>
        <a:lstStyle/>
        <a:p>
          <a:endParaRPr lang="de-AT"/>
        </a:p>
      </dgm:t>
    </dgm:pt>
    <dgm:pt modelId="{917CEA25-B226-4F6D-A480-850509C1B9AE}" type="sibTrans" cxnId="{8E1939AA-9C0F-408C-8972-2F8A8FCCFEBA}">
      <dgm:prSet/>
      <dgm:spPr/>
      <dgm:t>
        <a:bodyPr/>
        <a:lstStyle/>
        <a:p>
          <a:endParaRPr lang="de-AT"/>
        </a:p>
      </dgm:t>
    </dgm:pt>
    <dgm:pt modelId="{FA3F869B-615F-46C8-B25D-FE9B0A42CAA5}">
      <dgm:prSet/>
      <dgm:spPr/>
      <dgm:t>
        <a:bodyPr/>
        <a:lstStyle/>
        <a:p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What AI Tool?</a:t>
          </a:r>
          <a:endParaRPr lang="de-AT" dirty="0"/>
        </a:p>
      </dgm:t>
    </dgm:pt>
    <dgm:pt modelId="{0C948B81-2038-43CB-BD29-8F59A5C2DE67}" type="parTrans" cxnId="{D20E56E3-A59A-496D-AD65-C4F4F08FD0F3}">
      <dgm:prSet/>
      <dgm:spPr/>
      <dgm:t>
        <a:bodyPr/>
        <a:lstStyle/>
        <a:p>
          <a:endParaRPr lang="de-AT"/>
        </a:p>
      </dgm:t>
    </dgm:pt>
    <dgm:pt modelId="{DC1F159A-6E38-4FDD-BF48-C9FAAA438E80}" type="sibTrans" cxnId="{D20E56E3-A59A-496D-AD65-C4F4F08FD0F3}">
      <dgm:prSet/>
      <dgm:spPr/>
      <dgm:t>
        <a:bodyPr/>
        <a:lstStyle/>
        <a:p>
          <a:endParaRPr lang="de-AT"/>
        </a:p>
      </dgm:t>
    </dgm:pt>
    <dgm:pt modelId="{C1686A21-5E6A-4982-8BDB-E8FDF0675FBC}" type="pres">
      <dgm:prSet presAssocID="{792D9E5A-57F1-40C8-9C3A-0B74D7E2BF8E}" presName="linear" presStyleCnt="0">
        <dgm:presLayoutVars>
          <dgm:animLvl val="lvl"/>
          <dgm:resizeHandles val="exact"/>
        </dgm:presLayoutVars>
      </dgm:prSet>
      <dgm:spPr/>
    </dgm:pt>
    <dgm:pt modelId="{7CCB7F59-08E8-4D3D-9B7E-00786A7031D4}" type="pres">
      <dgm:prSet presAssocID="{2E02AB43-DEE6-4D67-AC79-B3FF2C7CD03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D38F68E-5C61-468F-85C5-BCBF93AA7C0B}" type="pres">
      <dgm:prSet presAssocID="{244B663F-802C-4216-ABFD-298AD833493D}" presName="spacer" presStyleCnt="0"/>
      <dgm:spPr/>
    </dgm:pt>
    <dgm:pt modelId="{0D8572C2-2620-42FC-A7DC-2ABFA792C683}" type="pres">
      <dgm:prSet presAssocID="{A6B32D9D-3C91-4EC3-BECC-1766D4434C9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A6FDC5DA-498F-441E-ABAC-CAC453A89883}" type="pres">
      <dgm:prSet presAssocID="{89788E32-ED67-4D2C-9F7B-7434388E3316}" presName="spacer" presStyleCnt="0"/>
      <dgm:spPr/>
    </dgm:pt>
    <dgm:pt modelId="{DE539062-7ED4-43EA-9080-B40E875DBD62}" type="pres">
      <dgm:prSet presAssocID="{BD16C6FB-D020-4C2A-BAB5-943E75C4BE7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5F387111-1CEB-4BC7-96C0-7D8D43E5E70E}" type="pres">
      <dgm:prSet presAssocID="{342D0644-07D7-4779-A04B-64442A492E4F}" presName="spacer" presStyleCnt="0"/>
      <dgm:spPr/>
    </dgm:pt>
    <dgm:pt modelId="{AF63BFA0-175A-41EC-8DBD-1D9C7B3A1F54}" type="pres">
      <dgm:prSet presAssocID="{EE62DA4E-D510-4FCD-99D9-83FC630ED42E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FD2EE74-1609-4EBE-BED1-CF9510FC1CE5}" type="pres">
      <dgm:prSet presAssocID="{917CEA25-B226-4F6D-A480-850509C1B9AE}" presName="spacer" presStyleCnt="0"/>
      <dgm:spPr/>
    </dgm:pt>
    <dgm:pt modelId="{3574E4AB-11DF-43A1-9F79-A8E4F04F53D3}" type="pres">
      <dgm:prSet presAssocID="{FA3F869B-615F-46C8-B25D-FE9B0A42CAA5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E5B4C39-EC8C-4C40-9EBD-152B12FD0A82}" type="presOf" srcId="{BD16C6FB-D020-4C2A-BAB5-943E75C4BE70}" destId="{DE539062-7ED4-43EA-9080-B40E875DBD62}" srcOrd="0" destOrd="0" presId="urn:microsoft.com/office/officeart/2005/8/layout/vList2"/>
    <dgm:cxn modelId="{67791941-FCF6-44BA-9CED-627D39424C17}" type="presOf" srcId="{792D9E5A-57F1-40C8-9C3A-0B74D7E2BF8E}" destId="{C1686A21-5E6A-4982-8BDB-E8FDF0675FBC}" srcOrd="0" destOrd="0" presId="urn:microsoft.com/office/officeart/2005/8/layout/vList2"/>
    <dgm:cxn modelId="{28C62264-CC2C-4ED1-BD86-391A4A938A59}" srcId="{792D9E5A-57F1-40C8-9C3A-0B74D7E2BF8E}" destId="{2E02AB43-DEE6-4D67-AC79-B3FF2C7CD03A}" srcOrd="0" destOrd="0" parTransId="{7F427AF5-31EB-4245-8520-3F43897EB35E}" sibTransId="{244B663F-802C-4216-ABFD-298AD833493D}"/>
    <dgm:cxn modelId="{FC4D5044-88E1-404C-8BBE-A50BF21BFD64}" srcId="{792D9E5A-57F1-40C8-9C3A-0B74D7E2BF8E}" destId="{A6B32D9D-3C91-4EC3-BECC-1766D4434C9F}" srcOrd="1" destOrd="0" parTransId="{47149123-8B29-4836-83AA-921F880DF6AD}" sibTransId="{89788E32-ED67-4D2C-9F7B-7434388E3316}"/>
    <dgm:cxn modelId="{29B42968-B600-47A1-AAB7-CBEF72B72E22}" type="presOf" srcId="{A6B32D9D-3C91-4EC3-BECC-1766D4434C9F}" destId="{0D8572C2-2620-42FC-A7DC-2ABFA792C683}" srcOrd="0" destOrd="0" presId="urn:microsoft.com/office/officeart/2005/8/layout/vList2"/>
    <dgm:cxn modelId="{91080057-1400-4581-9E04-D464754D41F8}" type="presOf" srcId="{FA3F869B-615F-46C8-B25D-FE9B0A42CAA5}" destId="{3574E4AB-11DF-43A1-9F79-A8E4F04F53D3}" srcOrd="0" destOrd="0" presId="urn:microsoft.com/office/officeart/2005/8/layout/vList2"/>
    <dgm:cxn modelId="{8E1939AA-9C0F-408C-8972-2F8A8FCCFEBA}" srcId="{792D9E5A-57F1-40C8-9C3A-0B74D7E2BF8E}" destId="{EE62DA4E-D510-4FCD-99D9-83FC630ED42E}" srcOrd="3" destOrd="0" parTransId="{3E0F8EEE-C1D0-4868-823F-B04E2EAD09CD}" sibTransId="{917CEA25-B226-4F6D-A480-850509C1B9AE}"/>
    <dgm:cxn modelId="{010DB6AF-1BD4-43E7-903B-9DDD750199F2}" type="presOf" srcId="{EE62DA4E-D510-4FCD-99D9-83FC630ED42E}" destId="{AF63BFA0-175A-41EC-8DBD-1D9C7B3A1F54}" srcOrd="0" destOrd="0" presId="urn:microsoft.com/office/officeart/2005/8/layout/vList2"/>
    <dgm:cxn modelId="{032C6ACA-7F98-42F5-AB11-07AE816E461D}" srcId="{792D9E5A-57F1-40C8-9C3A-0B74D7E2BF8E}" destId="{BD16C6FB-D020-4C2A-BAB5-943E75C4BE70}" srcOrd="2" destOrd="0" parTransId="{8351B1E9-0D2B-4F1F-A75B-0FFF54A491E9}" sibTransId="{342D0644-07D7-4779-A04B-64442A492E4F}"/>
    <dgm:cxn modelId="{D20E56E3-A59A-496D-AD65-C4F4F08FD0F3}" srcId="{792D9E5A-57F1-40C8-9C3A-0B74D7E2BF8E}" destId="{FA3F869B-615F-46C8-B25D-FE9B0A42CAA5}" srcOrd="4" destOrd="0" parTransId="{0C948B81-2038-43CB-BD29-8F59A5C2DE67}" sibTransId="{DC1F159A-6E38-4FDD-BF48-C9FAAA438E80}"/>
    <dgm:cxn modelId="{72B79FE3-2994-4120-A9AA-7969489CBA3A}" type="presOf" srcId="{2E02AB43-DEE6-4D67-AC79-B3FF2C7CD03A}" destId="{7CCB7F59-08E8-4D3D-9B7E-00786A7031D4}" srcOrd="0" destOrd="0" presId="urn:microsoft.com/office/officeart/2005/8/layout/vList2"/>
    <dgm:cxn modelId="{A7983AA5-265D-4A40-944E-8807EDC1326E}" type="presParOf" srcId="{C1686A21-5E6A-4982-8BDB-E8FDF0675FBC}" destId="{7CCB7F59-08E8-4D3D-9B7E-00786A7031D4}" srcOrd="0" destOrd="0" presId="urn:microsoft.com/office/officeart/2005/8/layout/vList2"/>
    <dgm:cxn modelId="{C3E36530-36AD-490F-8A43-6555069AE731}" type="presParOf" srcId="{C1686A21-5E6A-4982-8BDB-E8FDF0675FBC}" destId="{9D38F68E-5C61-468F-85C5-BCBF93AA7C0B}" srcOrd="1" destOrd="0" presId="urn:microsoft.com/office/officeart/2005/8/layout/vList2"/>
    <dgm:cxn modelId="{70F8FCDD-0A54-4C83-A85A-0D5A06FB0A7E}" type="presParOf" srcId="{C1686A21-5E6A-4982-8BDB-E8FDF0675FBC}" destId="{0D8572C2-2620-42FC-A7DC-2ABFA792C683}" srcOrd="2" destOrd="0" presId="urn:microsoft.com/office/officeart/2005/8/layout/vList2"/>
    <dgm:cxn modelId="{5A5B8B3D-9219-4C77-8ABB-2BF7DC18FE7C}" type="presParOf" srcId="{C1686A21-5E6A-4982-8BDB-E8FDF0675FBC}" destId="{A6FDC5DA-498F-441E-ABAC-CAC453A89883}" srcOrd="3" destOrd="0" presId="urn:microsoft.com/office/officeart/2005/8/layout/vList2"/>
    <dgm:cxn modelId="{F70B9D52-5D40-4E9E-B0AE-534DAEC15A99}" type="presParOf" srcId="{C1686A21-5E6A-4982-8BDB-E8FDF0675FBC}" destId="{DE539062-7ED4-43EA-9080-B40E875DBD62}" srcOrd="4" destOrd="0" presId="urn:microsoft.com/office/officeart/2005/8/layout/vList2"/>
    <dgm:cxn modelId="{49B602B9-7C9A-485E-92F3-2E4FAE3E9691}" type="presParOf" srcId="{C1686A21-5E6A-4982-8BDB-E8FDF0675FBC}" destId="{5F387111-1CEB-4BC7-96C0-7D8D43E5E70E}" srcOrd="5" destOrd="0" presId="urn:microsoft.com/office/officeart/2005/8/layout/vList2"/>
    <dgm:cxn modelId="{935C0DF8-3546-4D1C-A20B-CC2C98ECC683}" type="presParOf" srcId="{C1686A21-5E6A-4982-8BDB-E8FDF0675FBC}" destId="{AF63BFA0-175A-41EC-8DBD-1D9C7B3A1F54}" srcOrd="6" destOrd="0" presId="urn:microsoft.com/office/officeart/2005/8/layout/vList2"/>
    <dgm:cxn modelId="{3999F10A-00C6-41F7-A3B0-4C171CE75592}" type="presParOf" srcId="{C1686A21-5E6A-4982-8BDB-E8FDF0675FBC}" destId="{DFD2EE74-1609-4EBE-BED1-CF9510FC1CE5}" srcOrd="7" destOrd="0" presId="urn:microsoft.com/office/officeart/2005/8/layout/vList2"/>
    <dgm:cxn modelId="{0B7B14C1-506E-41DE-ABCD-4D6B6C8D1712}" type="presParOf" srcId="{C1686A21-5E6A-4982-8BDB-E8FDF0675FBC}" destId="{3574E4AB-11DF-43A1-9F79-A8E4F04F53D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48B5C0-DCED-49FE-A92C-B249025F7711}" type="doc">
      <dgm:prSet loTypeId="urn:microsoft.com/office/officeart/2005/8/layout/StepDownProcess" loCatId="process" qsTypeId="urn:microsoft.com/office/officeart/2005/8/quickstyle/simple4" qsCatId="simple" csTypeId="urn:microsoft.com/office/officeart/2005/8/colors/accent6_1" csCatId="accent6" phldr="1"/>
      <dgm:spPr/>
      <dgm:t>
        <a:bodyPr/>
        <a:lstStyle/>
        <a:p>
          <a:endParaRPr lang="de-AT"/>
        </a:p>
      </dgm:t>
    </dgm:pt>
    <dgm:pt modelId="{3CD124FA-633D-45C5-83F6-33B44611DC30}">
      <dgm:prSet phldrT="[Text]" custT="1"/>
      <dgm:spPr/>
      <dgm:t>
        <a:bodyPr/>
        <a:lstStyle/>
        <a:p>
          <a:pPr algn="ctr"/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Performance, efficiency, and accuracy: </a:t>
          </a:r>
        </a:p>
        <a:p>
          <a:pPr algn="ctr"/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SISSIz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 (simulation) vs. 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Multiperm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en-US" sz="1600" dirty="0" err="1">
              <a:latin typeface="Arial" panose="020B0604020202020204" pitchFamily="34" charset="0"/>
              <a:cs typeface="Arial" panose="020B0604020202020204" pitchFamily="34" charset="0"/>
            </a:rPr>
            <a:t>aln</a:t>
          </a:r>
          <a:r>
            <a:rPr lang="en-US" sz="1600" dirty="0">
              <a:latin typeface="Arial" panose="020B0604020202020204" pitchFamily="34" charset="0"/>
              <a:cs typeface="Arial" panose="020B0604020202020204" pitchFamily="34" charset="0"/>
            </a:rPr>
            <a:t>-shuffle (shuffling).</a:t>
          </a:r>
          <a:endParaRPr lang="de-AT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1B844E3-DD5A-461E-AD8E-7B74583C6A0D}" type="parTrans" cxnId="{DC6C7D71-F3BD-441A-B479-3EC4DCBF74CD}">
      <dgm:prSet/>
      <dgm:spPr/>
      <dgm:t>
        <a:bodyPr/>
        <a:lstStyle/>
        <a:p>
          <a:endParaRPr lang="de-AT"/>
        </a:p>
      </dgm:t>
    </dgm:pt>
    <dgm:pt modelId="{37BBB520-0693-4C10-BA49-448DF4D282C1}" type="sibTrans" cxnId="{DC6C7D71-F3BD-441A-B479-3EC4DCBF74CD}">
      <dgm:prSet/>
      <dgm:spPr/>
      <dgm:t>
        <a:bodyPr/>
        <a:lstStyle/>
        <a:p>
          <a:endParaRPr lang="de-AT"/>
        </a:p>
      </dgm:t>
    </dgm:pt>
    <dgm:pt modelId="{2EF90278-CADD-4C08-879F-29C15E4BAD21}">
      <dgm:prSet phldrT="[Text]" custT="1"/>
      <dgm:spPr/>
      <dgm:t>
        <a:bodyPr/>
        <a:lstStyle/>
        <a:p>
          <a:pPr>
            <a:buNone/>
          </a:pPr>
          <a:r>
            <a:rPr lang="en-US" sz="6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✓</a:t>
          </a:r>
          <a:endParaRPr lang="de-AT" sz="1200" dirty="0">
            <a:solidFill>
              <a:srgbClr val="FF0000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03C7B3E-9C9B-4272-BCEF-057CBAA68A9F}" type="parTrans" cxnId="{7375BFDC-FD76-47AD-84CA-0D5EE3878341}">
      <dgm:prSet/>
      <dgm:spPr/>
      <dgm:t>
        <a:bodyPr/>
        <a:lstStyle/>
        <a:p>
          <a:endParaRPr lang="de-AT"/>
        </a:p>
      </dgm:t>
    </dgm:pt>
    <dgm:pt modelId="{F79812ED-AE50-4A1D-A04C-0C97DBADBE7A}" type="sibTrans" cxnId="{7375BFDC-FD76-47AD-84CA-0D5EE3878341}">
      <dgm:prSet/>
      <dgm:spPr/>
      <dgm:t>
        <a:bodyPr/>
        <a:lstStyle/>
        <a:p>
          <a:endParaRPr lang="de-AT"/>
        </a:p>
      </dgm:t>
    </dgm:pt>
    <dgm:pt modelId="{8394DA6C-4B93-4201-A198-FD07F1D2912C}">
      <dgm:prSet phldrT="[Text]" custT="1"/>
      <dgm:spPr/>
      <dgm:t>
        <a:bodyPr/>
        <a:lstStyle/>
        <a:p>
          <a:r>
            <a:rPr lang="de-DE" sz="1600" kern="1200" dirty="0" err="1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Difference</a:t>
          </a:r>
          <a:r>
            <a:rPr lang="de-DE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  <a:r>
            <a:rPr lang="de-DE" sz="1600" kern="1200" dirty="0" err="1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between</a:t>
          </a:r>
          <a:r>
            <a:rPr lang="de-DE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  <a:r>
            <a:rPr lang="de-DE" sz="1600" kern="1200" dirty="0" err="1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SISSIz</a:t>
          </a:r>
          <a:r>
            <a:rPr lang="de-DE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/</a:t>
          </a:r>
          <a:r>
            <a:rPr lang="de-DE" sz="1600" kern="1200" dirty="0" err="1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RNAz</a:t>
          </a:r>
          <a:r>
            <a:rPr lang="de-DE" sz="16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gm:t>
    </dgm:pt>
    <dgm:pt modelId="{D904BF30-7255-487D-A739-F51240A3113D}" type="parTrans" cxnId="{01EBECCA-8FC4-4C78-821E-19A82EA73D0B}">
      <dgm:prSet/>
      <dgm:spPr/>
      <dgm:t>
        <a:bodyPr/>
        <a:lstStyle/>
        <a:p>
          <a:endParaRPr lang="de-AT"/>
        </a:p>
      </dgm:t>
    </dgm:pt>
    <dgm:pt modelId="{6B19D079-6C92-4B53-B91A-1A2B3F74B643}" type="sibTrans" cxnId="{01EBECCA-8FC4-4C78-821E-19A82EA73D0B}">
      <dgm:prSet/>
      <dgm:spPr/>
      <dgm:t>
        <a:bodyPr/>
        <a:lstStyle/>
        <a:p>
          <a:endParaRPr lang="de-AT"/>
        </a:p>
      </dgm:t>
    </dgm:pt>
    <dgm:pt modelId="{63E45702-ADFD-45F3-BA85-F829F456FEED}">
      <dgm:prSet phldrT="[Text]"/>
      <dgm:spPr/>
      <dgm:t>
        <a:bodyPr/>
        <a:lstStyle/>
        <a:p>
          <a:pPr algn="ctr"/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Can AI methods outperform 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SISSIz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RNAz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?</a:t>
          </a:r>
        </a:p>
        <a:p>
          <a:pPr algn="ctr"/>
          <a:r>
            <a:rPr lang="de-AT" dirty="0">
              <a:latin typeface="Arial" panose="020B0604020202020204" pitchFamily="34" charset="0"/>
              <a:cs typeface="Arial" panose="020B0604020202020204" pitchFamily="34" charset="0"/>
            </a:rPr>
            <a:t>Can SISSI/</a:t>
          </a:r>
          <a:r>
            <a:rPr lang="de-AT" dirty="0" err="1">
              <a:latin typeface="Arial" panose="020B0604020202020204" pitchFamily="34" charset="0"/>
              <a:cs typeface="Arial" panose="020B0604020202020204" pitchFamily="34" charset="0"/>
            </a:rPr>
            <a:t>SISSIz</a:t>
          </a:r>
          <a:r>
            <a:rPr lang="de-AT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AT" dirty="0" err="1">
              <a:latin typeface="Arial" panose="020B0604020202020204" pitchFamily="34" charset="0"/>
              <a:cs typeface="Arial" panose="020B0604020202020204" pitchFamily="34" charset="0"/>
            </a:rPr>
            <a:t>generate</a:t>
          </a:r>
          <a:r>
            <a:rPr lang="de-AT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AT" dirty="0" err="1">
              <a:latin typeface="Arial" panose="020B0604020202020204" pitchFamily="34" charset="0"/>
              <a:cs typeface="Arial" panose="020B0604020202020204" pitchFamily="34" charset="0"/>
            </a:rPr>
            <a:t>suitable</a:t>
          </a:r>
          <a:r>
            <a:rPr lang="de-AT" dirty="0">
              <a:latin typeface="Arial" panose="020B0604020202020204" pitchFamily="34" charset="0"/>
              <a:cs typeface="Arial" panose="020B0604020202020204" pitchFamily="34" charset="0"/>
            </a:rPr>
            <a:t> negative </a:t>
          </a:r>
          <a:r>
            <a:rPr lang="de-AT" dirty="0" err="1"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r>
            <a:rPr lang="de-AT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AT" dirty="0" err="1">
              <a:latin typeface="Arial" panose="020B0604020202020204" pitchFamily="34" charset="0"/>
              <a:cs typeface="Arial" panose="020B0604020202020204" pitchFamily="34" charset="0"/>
            </a:rPr>
            <a:t>data</a:t>
          </a:r>
          <a:r>
            <a:rPr lang="de-AT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AT" dirty="0" err="1">
              <a:latin typeface="Arial" panose="020B0604020202020204" pitchFamily="34" charset="0"/>
              <a:cs typeface="Arial" panose="020B0604020202020204" pitchFamily="34" charset="0"/>
            </a:rPr>
            <a:t>for</a:t>
          </a:r>
          <a:r>
            <a:rPr lang="de-AT" dirty="0">
              <a:latin typeface="Arial" panose="020B0604020202020204" pitchFamily="34" charset="0"/>
              <a:cs typeface="Arial" panose="020B0604020202020204" pitchFamily="34" charset="0"/>
            </a:rPr>
            <a:t> AI </a:t>
          </a:r>
          <a:r>
            <a:rPr lang="de-AT" dirty="0" err="1">
              <a:latin typeface="Arial" panose="020B0604020202020204" pitchFamily="34" charset="0"/>
              <a:cs typeface="Arial" panose="020B0604020202020204" pitchFamily="34" charset="0"/>
            </a:rPr>
            <a:t>methods</a:t>
          </a:r>
          <a:r>
            <a:rPr lang="de-AT" dirty="0">
              <a:latin typeface="Arial" panose="020B0604020202020204" pitchFamily="34" charset="0"/>
              <a:cs typeface="Arial" panose="020B0604020202020204" pitchFamily="34" charset="0"/>
            </a:rPr>
            <a:t>?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674D6FD-A330-4A04-B2B2-649615AFE48F}" type="parTrans" cxnId="{33EAEFF3-0AF1-4AC5-ABB0-A9D0881C1A2D}">
      <dgm:prSet/>
      <dgm:spPr/>
      <dgm:t>
        <a:bodyPr/>
        <a:lstStyle/>
        <a:p>
          <a:endParaRPr lang="de-AT"/>
        </a:p>
      </dgm:t>
    </dgm:pt>
    <dgm:pt modelId="{E52DC688-BFD0-497E-9EDD-127A9B2D04DF}" type="sibTrans" cxnId="{33EAEFF3-0AF1-4AC5-ABB0-A9D0881C1A2D}">
      <dgm:prSet/>
      <dgm:spPr/>
      <dgm:t>
        <a:bodyPr/>
        <a:lstStyle/>
        <a:p>
          <a:endParaRPr lang="de-AT"/>
        </a:p>
      </dgm:t>
    </dgm:pt>
    <dgm:pt modelId="{1FDCF13D-1E82-496A-870A-19BD1F2BA37C}" type="pres">
      <dgm:prSet presAssocID="{1048B5C0-DCED-49FE-A92C-B249025F7711}" presName="rootnode" presStyleCnt="0">
        <dgm:presLayoutVars>
          <dgm:chMax/>
          <dgm:chPref/>
          <dgm:dir/>
          <dgm:animLvl val="lvl"/>
        </dgm:presLayoutVars>
      </dgm:prSet>
      <dgm:spPr/>
    </dgm:pt>
    <dgm:pt modelId="{CFE51206-99C0-451E-8F11-7FC2FA3A9704}" type="pres">
      <dgm:prSet presAssocID="{3CD124FA-633D-45C5-83F6-33B44611DC30}" presName="composite" presStyleCnt="0"/>
      <dgm:spPr/>
    </dgm:pt>
    <dgm:pt modelId="{428146A4-F290-40E6-8206-A7C1CE7286C0}" type="pres">
      <dgm:prSet presAssocID="{3CD124FA-633D-45C5-83F6-33B44611DC30}" presName="bentUpArrow1" presStyleLbl="alignImgPlace1" presStyleIdx="0" presStyleCnt="2" custScaleY="97064" custLinFactNeighborX="-35542" custLinFactNeighborY="27396"/>
      <dgm:spPr/>
    </dgm:pt>
    <dgm:pt modelId="{B121602C-0443-49C1-B322-6D71913C3C6E}" type="pres">
      <dgm:prSet presAssocID="{3CD124FA-633D-45C5-83F6-33B44611DC30}" presName="ParentText" presStyleLbl="node1" presStyleIdx="0" presStyleCnt="3" custScaleX="477135" custScaleY="167041" custLinFactX="38263" custLinFactNeighborX="100000" custLinFactNeighborY="-16246">
        <dgm:presLayoutVars>
          <dgm:chMax val="1"/>
          <dgm:chPref val="1"/>
          <dgm:bulletEnabled val="1"/>
        </dgm:presLayoutVars>
      </dgm:prSet>
      <dgm:spPr/>
    </dgm:pt>
    <dgm:pt modelId="{AF0F3D5F-E173-420A-BF75-DB51B551372F}" type="pres">
      <dgm:prSet presAssocID="{3CD124FA-633D-45C5-83F6-33B44611DC30}" presName="ChildText" presStyleLbl="revTx" presStyleIdx="0" presStyleCnt="2" custLinFactX="200000" custLinFactNeighborX="268774" custLinFactNeighborY="-42223">
        <dgm:presLayoutVars>
          <dgm:chMax val="0"/>
          <dgm:chPref val="0"/>
          <dgm:bulletEnabled val="1"/>
        </dgm:presLayoutVars>
      </dgm:prSet>
      <dgm:spPr/>
    </dgm:pt>
    <dgm:pt modelId="{07E69419-7759-478D-8B78-1F27510B82A0}" type="pres">
      <dgm:prSet presAssocID="{37BBB520-0693-4C10-BA49-448DF4D282C1}" presName="sibTrans" presStyleCnt="0"/>
      <dgm:spPr/>
    </dgm:pt>
    <dgm:pt modelId="{0D93FAF6-D69E-49E3-838F-A462293E0B37}" type="pres">
      <dgm:prSet presAssocID="{8394DA6C-4B93-4201-A198-FD07F1D2912C}" presName="composite" presStyleCnt="0"/>
      <dgm:spPr/>
    </dgm:pt>
    <dgm:pt modelId="{12F02A20-BB81-4CDD-9E34-47568FE26328}" type="pres">
      <dgm:prSet presAssocID="{8394DA6C-4B93-4201-A198-FD07F1D2912C}" presName="bentUpArrow1" presStyleLbl="alignImgPlace1" presStyleIdx="1" presStyleCnt="2" custScaleY="106181" custLinFactX="-69914" custLinFactNeighborX="-100000" custLinFactNeighborY="70850"/>
      <dgm:spPr/>
    </dgm:pt>
    <dgm:pt modelId="{90BE034B-199D-46F8-97B3-588E6550DBA5}" type="pres">
      <dgm:prSet presAssocID="{8394DA6C-4B93-4201-A198-FD07F1D2912C}" presName="ParentText" presStyleLbl="node1" presStyleIdx="1" presStyleCnt="3" custScaleX="369300" custScaleY="70760" custLinFactNeighborX="18688" custLinFactNeighborY="33614">
        <dgm:presLayoutVars>
          <dgm:chMax val="1"/>
          <dgm:chPref val="1"/>
          <dgm:bulletEnabled val="1"/>
        </dgm:presLayoutVars>
      </dgm:prSet>
      <dgm:spPr/>
    </dgm:pt>
    <dgm:pt modelId="{B0F4882E-B9B9-46D9-9E89-BE59B3420ACF}" type="pres">
      <dgm:prSet presAssocID="{8394DA6C-4B93-4201-A198-FD07F1D2912C}" presName="ChildText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5077F034-678F-4604-BB45-2D121CBFFCBC}" type="pres">
      <dgm:prSet presAssocID="{6B19D079-6C92-4B53-B91A-1A2B3F74B643}" presName="sibTrans" presStyleCnt="0"/>
      <dgm:spPr/>
    </dgm:pt>
    <dgm:pt modelId="{3F837DC6-77CD-4DDF-B663-9CD7AE0D42E0}" type="pres">
      <dgm:prSet presAssocID="{63E45702-ADFD-45F3-BA85-F829F456FEED}" presName="composite" presStyleCnt="0"/>
      <dgm:spPr/>
    </dgm:pt>
    <dgm:pt modelId="{B9A57A3F-7EDE-414A-9B9A-8C6499325339}" type="pres">
      <dgm:prSet presAssocID="{63E45702-ADFD-45F3-BA85-F829F456FEED}" presName="ParentText" presStyleLbl="node1" presStyleIdx="2" presStyleCnt="3" custScaleX="409026" custScaleY="188424" custLinFactX="-28852" custLinFactNeighborX="-100000" custLinFactNeighborY="32081">
        <dgm:presLayoutVars>
          <dgm:chMax val="1"/>
          <dgm:chPref val="1"/>
          <dgm:bulletEnabled val="1"/>
        </dgm:presLayoutVars>
      </dgm:prSet>
      <dgm:spPr/>
    </dgm:pt>
  </dgm:ptLst>
  <dgm:cxnLst>
    <dgm:cxn modelId="{FD6CB00B-1394-4AE3-8FA6-10AEB19BDA14}" type="presOf" srcId="{2EF90278-CADD-4C08-879F-29C15E4BAD21}" destId="{AF0F3D5F-E173-420A-BF75-DB51B551372F}" srcOrd="0" destOrd="0" presId="urn:microsoft.com/office/officeart/2005/8/layout/StepDownProcess"/>
    <dgm:cxn modelId="{CD65A315-118F-49D5-B189-D7FFE9FBBBFF}" type="presOf" srcId="{1048B5C0-DCED-49FE-A92C-B249025F7711}" destId="{1FDCF13D-1E82-496A-870A-19BD1F2BA37C}" srcOrd="0" destOrd="0" presId="urn:microsoft.com/office/officeart/2005/8/layout/StepDownProcess"/>
    <dgm:cxn modelId="{DC6C7D71-F3BD-441A-B479-3EC4DCBF74CD}" srcId="{1048B5C0-DCED-49FE-A92C-B249025F7711}" destId="{3CD124FA-633D-45C5-83F6-33B44611DC30}" srcOrd="0" destOrd="0" parTransId="{C1B844E3-DD5A-461E-AD8E-7B74583C6A0D}" sibTransId="{37BBB520-0693-4C10-BA49-448DF4D282C1}"/>
    <dgm:cxn modelId="{28E9FA7B-BBF3-41D6-943B-4418C562F14D}" type="presOf" srcId="{3CD124FA-633D-45C5-83F6-33B44611DC30}" destId="{B121602C-0443-49C1-B322-6D71913C3C6E}" srcOrd="0" destOrd="0" presId="urn:microsoft.com/office/officeart/2005/8/layout/StepDownProcess"/>
    <dgm:cxn modelId="{9EF8C99B-EA2D-4840-9032-191665ECAE74}" type="presOf" srcId="{63E45702-ADFD-45F3-BA85-F829F456FEED}" destId="{B9A57A3F-7EDE-414A-9B9A-8C6499325339}" srcOrd="0" destOrd="0" presId="urn:microsoft.com/office/officeart/2005/8/layout/StepDownProcess"/>
    <dgm:cxn modelId="{47C155B6-87EF-47F7-928E-9978D7E8FEDF}" type="presOf" srcId="{8394DA6C-4B93-4201-A198-FD07F1D2912C}" destId="{90BE034B-199D-46F8-97B3-588E6550DBA5}" srcOrd="0" destOrd="0" presId="urn:microsoft.com/office/officeart/2005/8/layout/StepDownProcess"/>
    <dgm:cxn modelId="{01EBECCA-8FC4-4C78-821E-19A82EA73D0B}" srcId="{1048B5C0-DCED-49FE-A92C-B249025F7711}" destId="{8394DA6C-4B93-4201-A198-FD07F1D2912C}" srcOrd="1" destOrd="0" parTransId="{D904BF30-7255-487D-A739-F51240A3113D}" sibTransId="{6B19D079-6C92-4B53-B91A-1A2B3F74B643}"/>
    <dgm:cxn modelId="{7375BFDC-FD76-47AD-84CA-0D5EE3878341}" srcId="{3CD124FA-633D-45C5-83F6-33B44611DC30}" destId="{2EF90278-CADD-4C08-879F-29C15E4BAD21}" srcOrd="0" destOrd="0" parTransId="{F03C7B3E-9C9B-4272-BCEF-057CBAA68A9F}" sibTransId="{F79812ED-AE50-4A1D-A04C-0C97DBADBE7A}"/>
    <dgm:cxn modelId="{33EAEFF3-0AF1-4AC5-ABB0-A9D0881C1A2D}" srcId="{1048B5C0-DCED-49FE-A92C-B249025F7711}" destId="{63E45702-ADFD-45F3-BA85-F829F456FEED}" srcOrd="2" destOrd="0" parTransId="{C674D6FD-A330-4A04-B2B2-649615AFE48F}" sibTransId="{E52DC688-BFD0-497E-9EDD-127A9B2D04DF}"/>
    <dgm:cxn modelId="{C0ED2784-69FE-4FB3-B278-ABCEDDAAF260}" type="presParOf" srcId="{1FDCF13D-1E82-496A-870A-19BD1F2BA37C}" destId="{CFE51206-99C0-451E-8F11-7FC2FA3A9704}" srcOrd="0" destOrd="0" presId="urn:microsoft.com/office/officeart/2005/8/layout/StepDownProcess"/>
    <dgm:cxn modelId="{E3391EBB-6824-468D-9788-0D3977DBC0C4}" type="presParOf" srcId="{CFE51206-99C0-451E-8F11-7FC2FA3A9704}" destId="{428146A4-F290-40E6-8206-A7C1CE7286C0}" srcOrd="0" destOrd="0" presId="urn:microsoft.com/office/officeart/2005/8/layout/StepDownProcess"/>
    <dgm:cxn modelId="{56400C0C-808B-4028-B20A-6E90CD90D579}" type="presParOf" srcId="{CFE51206-99C0-451E-8F11-7FC2FA3A9704}" destId="{B121602C-0443-49C1-B322-6D71913C3C6E}" srcOrd="1" destOrd="0" presId="urn:microsoft.com/office/officeart/2005/8/layout/StepDownProcess"/>
    <dgm:cxn modelId="{8AE4FB31-8D1F-4131-BB50-B7987770F071}" type="presParOf" srcId="{CFE51206-99C0-451E-8F11-7FC2FA3A9704}" destId="{AF0F3D5F-E173-420A-BF75-DB51B551372F}" srcOrd="2" destOrd="0" presId="urn:microsoft.com/office/officeart/2005/8/layout/StepDownProcess"/>
    <dgm:cxn modelId="{90C67548-C93C-4D14-8648-E1EDE951B96F}" type="presParOf" srcId="{1FDCF13D-1E82-496A-870A-19BD1F2BA37C}" destId="{07E69419-7759-478D-8B78-1F27510B82A0}" srcOrd="1" destOrd="0" presId="urn:microsoft.com/office/officeart/2005/8/layout/StepDownProcess"/>
    <dgm:cxn modelId="{F376E09F-060F-439F-B7EB-3D0C9BA9654F}" type="presParOf" srcId="{1FDCF13D-1E82-496A-870A-19BD1F2BA37C}" destId="{0D93FAF6-D69E-49E3-838F-A462293E0B37}" srcOrd="2" destOrd="0" presId="urn:microsoft.com/office/officeart/2005/8/layout/StepDownProcess"/>
    <dgm:cxn modelId="{85743A30-8D06-434E-8320-83EF38BFCE9D}" type="presParOf" srcId="{0D93FAF6-D69E-49E3-838F-A462293E0B37}" destId="{12F02A20-BB81-4CDD-9E34-47568FE26328}" srcOrd="0" destOrd="0" presId="urn:microsoft.com/office/officeart/2005/8/layout/StepDownProcess"/>
    <dgm:cxn modelId="{301ADC21-067C-4176-94CF-39F5D38A4961}" type="presParOf" srcId="{0D93FAF6-D69E-49E3-838F-A462293E0B37}" destId="{90BE034B-199D-46F8-97B3-588E6550DBA5}" srcOrd="1" destOrd="0" presId="urn:microsoft.com/office/officeart/2005/8/layout/StepDownProcess"/>
    <dgm:cxn modelId="{E01539A8-92D3-4E8A-9AA7-3065BAC2793F}" type="presParOf" srcId="{0D93FAF6-D69E-49E3-838F-A462293E0B37}" destId="{B0F4882E-B9B9-46D9-9E89-BE59B3420ACF}" srcOrd="2" destOrd="0" presId="urn:microsoft.com/office/officeart/2005/8/layout/StepDownProcess"/>
    <dgm:cxn modelId="{6380D01D-4B65-4A45-9AE8-3F336753E16E}" type="presParOf" srcId="{1FDCF13D-1E82-496A-870A-19BD1F2BA37C}" destId="{5077F034-678F-4604-BB45-2D121CBFFCBC}" srcOrd="3" destOrd="0" presId="urn:microsoft.com/office/officeart/2005/8/layout/StepDownProcess"/>
    <dgm:cxn modelId="{82DBB9A9-4F16-4CB2-9E94-666AC664BB22}" type="presParOf" srcId="{1FDCF13D-1E82-496A-870A-19BD1F2BA37C}" destId="{3F837DC6-77CD-4DDF-B663-9CD7AE0D42E0}" srcOrd="4" destOrd="0" presId="urn:microsoft.com/office/officeart/2005/8/layout/StepDownProcess"/>
    <dgm:cxn modelId="{0B7FFB8E-0AA2-44EF-A5F5-AE549C5066E7}" type="presParOf" srcId="{3F837DC6-77CD-4DDF-B663-9CD7AE0D42E0}" destId="{B9A57A3F-7EDE-414A-9B9A-8C6499325339}" srcOrd="0" destOrd="0" presId="urn:microsoft.com/office/officeart/2005/8/layout/StepDown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289D386-2FDF-4EC9-BB97-6EF34AAB1D4A}" type="doc">
      <dgm:prSet loTypeId="urn:microsoft.com/office/officeart/2005/8/layout/vList2" loCatId="list" qsTypeId="urn:microsoft.com/office/officeart/2005/8/quickstyle/simple1" qsCatId="simple" csTypeId="urn:microsoft.com/office/officeart/2005/8/colors/accent6_3" csCatId="accent6" phldr="1"/>
      <dgm:spPr/>
      <dgm:t>
        <a:bodyPr/>
        <a:lstStyle/>
        <a:p>
          <a:endParaRPr lang="de-AT"/>
        </a:p>
      </dgm:t>
    </dgm:pt>
    <dgm:pt modelId="{0A3C4D9F-DF43-4525-8654-E9CB7D147FBF}">
      <dgm:prSet phldrT="[Text]"/>
      <dgm:spPr/>
      <dgm:t>
        <a:bodyPr/>
        <a:lstStyle/>
        <a:p>
          <a:r>
            <a:rPr lang="en-US" dirty="0"/>
            <a:t>Simulation more efficient than shuffling</a:t>
          </a:r>
          <a:endParaRPr lang="de-AT" dirty="0"/>
        </a:p>
      </dgm:t>
    </dgm:pt>
    <dgm:pt modelId="{6BCE0CDD-29EE-47E0-A3A8-74D7C6B0A341}" type="parTrans" cxnId="{8DB3A59F-7B69-4866-9B0E-E7098D33DF91}">
      <dgm:prSet/>
      <dgm:spPr/>
      <dgm:t>
        <a:bodyPr/>
        <a:lstStyle/>
        <a:p>
          <a:endParaRPr lang="de-AT"/>
        </a:p>
      </dgm:t>
    </dgm:pt>
    <dgm:pt modelId="{6FFC1686-B71F-4DC0-9463-0CF7D185F866}" type="sibTrans" cxnId="{8DB3A59F-7B69-4866-9B0E-E7098D33DF91}">
      <dgm:prSet/>
      <dgm:spPr/>
      <dgm:t>
        <a:bodyPr/>
        <a:lstStyle/>
        <a:p>
          <a:endParaRPr lang="de-AT"/>
        </a:p>
      </dgm:t>
    </dgm:pt>
    <dgm:pt modelId="{2CA9A4E8-425B-4E4D-8233-DEBFB26E0076}">
      <dgm:prSet/>
      <dgm:spPr/>
      <dgm:t>
        <a:bodyPr/>
        <a:lstStyle/>
        <a:p>
          <a:r>
            <a:rPr lang="en-US" dirty="0"/>
            <a:t>Working on Prediction</a:t>
          </a:r>
          <a:endParaRPr lang="de-AT" dirty="0"/>
        </a:p>
      </dgm:t>
    </dgm:pt>
    <dgm:pt modelId="{A8999423-C71F-42C1-B6CA-FE87EF20458E}" type="parTrans" cxnId="{E9FB8992-AD50-461F-8931-38F338EBCB63}">
      <dgm:prSet/>
      <dgm:spPr/>
      <dgm:t>
        <a:bodyPr/>
        <a:lstStyle/>
        <a:p>
          <a:endParaRPr lang="de-AT"/>
        </a:p>
      </dgm:t>
    </dgm:pt>
    <dgm:pt modelId="{2DDE7524-F911-4EC3-9F1D-CD0A5E020A78}" type="sibTrans" cxnId="{E9FB8992-AD50-461F-8931-38F338EBCB63}">
      <dgm:prSet/>
      <dgm:spPr/>
      <dgm:t>
        <a:bodyPr/>
        <a:lstStyle/>
        <a:p>
          <a:endParaRPr lang="de-AT"/>
        </a:p>
      </dgm:t>
    </dgm:pt>
    <dgm:pt modelId="{83C19D73-4D5F-4E07-86E9-CC6F9E3D2FEA}" type="pres">
      <dgm:prSet presAssocID="{A289D386-2FDF-4EC9-BB97-6EF34AAB1D4A}" presName="linear" presStyleCnt="0">
        <dgm:presLayoutVars>
          <dgm:animLvl val="lvl"/>
          <dgm:resizeHandles val="exact"/>
        </dgm:presLayoutVars>
      </dgm:prSet>
      <dgm:spPr/>
    </dgm:pt>
    <dgm:pt modelId="{3C271C66-7794-473A-BEDB-13F4937384E1}" type="pres">
      <dgm:prSet presAssocID="{0A3C4D9F-DF43-4525-8654-E9CB7D147FB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A806691-FEED-46D1-831A-88BD93F0F00A}" type="pres">
      <dgm:prSet presAssocID="{6FFC1686-B71F-4DC0-9463-0CF7D185F866}" presName="spacer" presStyleCnt="0"/>
      <dgm:spPr/>
    </dgm:pt>
    <dgm:pt modelId="{2D77F46F-E574-4003-ADE8-8066E73A3BF2}" type="pres">
      <dgm:prSet presAssocID="{2CA9A4E8-425B-4E4D-8233-DEBFB26E0076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23E6A83-5CC9-4439-995F-772B4446716C}" type="presOf" srcId="{2CA9A4E8-425B-4E4D-8233-DEBFB26E0076}" destId="{2D77F46F-E574-4003-ADE8-8066E73A3BF2}" srcOrd="0" destOrd="0" presId="urn:microsoft.com/office/officeart/2005/8/layout/vList2"/>
    <dgm:cxn modelId="{E9FB8992-AD50-461F-8931-38F338EBCB63}" srcId="{A289D386-2FDF-4EC9-BB97-6EF34AAB1D4A}" destId="{2CA9A4E8-425B-4E4D-8233-DEBFB26E0076}" srcOrd="1" destOrd="0" parTransId="{A8999423-C71F-42C1-B6CA-FE87EF20458E}" sibTransId="{2DDE7524-F911-4EC3-9F1D-CD0A5E020A78}"/>
    <dgm:cxn modelId="{8DB3A59F-7B69-4866-9B0E-E7098D33DF91}" srcId="{A289D386-2FDF-4EC9-BB97-6EF34AAB1D4A}" destId="{0A3C4D9F-DF43-4525-8654-E9CB7D147FBF}" srcOrd="0" destOrd="0" parTransId="{6BCE0CDD-29EE-47E0-A3A8-74D7C6B0A341}" sibTransId="{6FFC1686-B71F-4DC0-9463-0CF7D185F866}"/>
    <dgm:cxn modelId="{363D3AC1-D00E-4A26-8B46-EE3FEF0A6675}" type="presOf" srcId="{A289D386-2FDF-4EC9-BB97-6EF34AAB1D4A}" destId="{83C19D73-4D5F-4E07-86E9-CC6F9E3D2FEA}" srcOrd="0" destOrd="0" presId="urn:microsoft.com/office/officeart/2005/8/layout/vList2"/>
    <dgm:cxn modelId="{3418A4F7-2F3B-4393-B8DD-16F911BE547F}" type="presOf" srcId="{0A3C4D9F-DF43-4525-8654-E9CB7D147FBF}" destId="{3C271C66-7794-473A-BEDB-13F4937384E1}" srcOrd="0" destOrd="0" presId="urn:microsoft.com/office/officeart/2005/8/layout/vList2"/>
    <dgm:cxn modelId="{9F3E7FB6-C287-4B25-BC10-CF343C1CB5AA}" type="presParOf" srcId="{83C19D73-4D5F-4E07-86E9-CC6F9E3D2FEA}" destId="{3C271C66-7794-473A-BEDB-13F4937384E1}" srcOrd="0" destOrd="0" presId="urn:microsoft.com/office/officeart/2005/8/layout/vList2"/>
    <dgm:cxn modelId="{85219C28-8AD6-4566-AF78-4B542539C21F}" type="presParOf" srcId="{83C19D73-4D5F-4E07-86E9-CC6F9E3D2FEA}" destId="{1A806691-FEED-46D1-831A-88BD93F0F00A}" srcOrd="1" destOrd="0" presId="urn:microsoft.com/office/officeart/2005/8/layout/vList2"/>
    <dgm:cxn modelId="{F27CCAFD-7274-4592-900D-7B9205C1E76B}" type="presParOf" srcId="{83C19D73-4D5F-4E07-86E9-CC6F9E3D2FEA}" destId="{2D77F46F-E574-4003-ADE8-8066E73A3BF2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724B25F-12EE-4E9B-BA59-39695DFC92D7}" type="doc">
      <dgm:prSet loTypeId="urn:microsoft.com/office/officeart/2005/8/layout/vList2" loCatId="list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de-AT"/>
        </a:p>
      </dgm:t>
    </dgm:pt>
    <dgm:pt modelId="{177E98FA-CAE8-4540-B686-9BEBB47D04B2}">
      <dgm:prSet phldrT="[Text]"/>
      <dgm:spPr/>
      <dgm:t>
        <a:bodyPr/>
        <a:lstStyle/>
        <a:p>
          <a:r>
            <a:rPr lang="de-DE" dirty="0" err="1"/>
            <a:t>DeepFoldRNA</a:t>
          </a:r>
          <a:endParaRPr lang="de-AT" dirty="0"/>
        </a:p>
      </dgm:t>
    </dgm:pt>
    <dgm:pt modelId="{0F8C92BE-E77B-4B85-9D57-24FACBA634EE}" type="parTrans" cxnId="{DE692B3C-42F7-403F-8A52-6AAE12563247}">
      <dgm:prSet/>
      <dgm:spPr/>
      <dgm:t>
        <a:bodyPr/>
        <a:lstStyle/>
        <a:p>
          <a:endParaRPr lang="de-AT"/>
        </a:p>
      </dgm:t>
    </dgm:pt>
    <dgm:pt modelId="{1432D0FD-95C0-4E08-A4E0-63791D7FD780}" type="sibTrans" cxnId="{DE692B3C-42F7-403F-8A52-6AAE12563247}">
      <dgm:prSet/>
      <dgm:spPr/>
      <dgm:t>
        <a:bodyPr/>
        <a:lstStyle/>
        <a:p>
          <a:endParaRPr lang="de-AT"/>
        </a:p>
      </dgm:t>
    </dgm:pt>
    <dgm:pt modelId="{557BC564-5328-4758-AC3A-998B9FA2A15B}">
      <dgm:prSet phldrT="[Text]"/>
      <dgm:spPr/>
      <dgm:t>
        <a:bodyPr/>
        <a:lstStyle/>
        <a:p>
          <a:r>
            <a:rPr lang="de-DE" dirty="0"/>
            <a:t>SPOT-RNA2</a:t>
          </a:r>
          <a:endParaRPr lang="de-AT" dirty="0"/>
        </a:p>
      </dgm:t>
    </dgm:pt>
    <dgm:pt modelId="{709203C7-78FA-42B5-A1F7-568639F3A023}" type="parTrans" cxnId="{2E19DFD9-FDF6-44B6-8CC4-A283CBA3A597}">
      <dgm:prSet/>
      <dgm:spPr/>
      <dgm:t>
        <a:bodyPr/>
        <a:lstStyle/>
        <a:p>
          <a:endParaRPr lang="de-AT"/>
        </a:p>
      </dgm:t>
    </dgm:pt>
    <dgm:pt modelId="{BA1DA945-B9C4-457D-B766-485368B661BA}" type="sibTrans" cxnId="{2E19DFD9-FDF6-44B6-8CC4-A283CBA3A597}">
      <dgm:prSet/>
      <dgm:spPr/>
      <dgm:t>
        <a:bodyPr/>
        <a:lstStyle/>
        <a:p>
          <a:endParaRPr lang="de-AT"/>
        </a:p>
      </dgm:t>
    </dgm:pt>
    <dgm:pt modelId="{9B45A9FD-6C68-4F87-B72D-BC72D562AC08}" type="pres">
      <dgm:prSet presAssocID="{D724B25F-12EE-4E9B-BA59-39695DFC92D7}" presName="linear" presStyleCnt="0">
        <dgm:presLayoutVars>
          <dgm:animLvl val="lvl"/>
          <dgm:resizeHandles val="exact"/>
        </dgm:presLayoutVars>
      </dgm:prSet>
      <dgm:spPr/>
    </dgm:pt>
    <dgm:pt modelId="{C26CC994-95B4-4F22-BEBD-17BF2A863F87}" type="pres">
      <dgm:prSet presAssocID="{177E98FA-CAE8-4540-B686-9BEBB47D04B2}" presName="parentText" presStyleLbl="node1" presStyleIdx="0" presStyleCnt="2" custScaleY="62488" custLinFactNeighborX="-1" custLinFactNeighborY="-15687">
        <dgm:presLayoutVars>
          <dgm:chMax val="0"/>
          <dgm:bulletEnabled val="1"/>
        </dgm:presLayoutVars>
      </dgm:prSet>
      <dgm:spPr/>
    </dgm:pt>
    <dgm:pt modelId="{EEEED87F-0AC0-480A-88EB-8D95A370130A}" type="pres">
      <dgm:prSet presAssocID="{1432D0FD-95C0-4E08-A4E0-63791D7FD780}" presName="spacer" presStyleCnt="0"/>
      <dgm:spPr/>
    </dgm:pt>
    <dgm:pt modelId="{D9C4608C-BC50-45C8-AF7F-62C473D784FB}" type="pres">
      <dgm:prSet presAssocID="{557BC564-5328-4758-AC3A-998B9FA2A15B}" presName="parentText" presStyleLbl="node1" presStyleIdx="1" presStyleCnt="2" custScaleY="57938">
        <dgm:presLayoutVars>
          <dgm:chMax val="0"/>
          <dgm:bulletEnabled val="1"/>
        </dgm:presLayoutVars>
      </dgm:prSet>
      <dgm:spPr/>
    </dgm:pt>
  </dgm:ptLst>
  <dgm:cxnLst>
    <dgm:cxn modelId="{4DE93125-6FCD-4A33-903A-16F85CE01361}" type="presOf" srcId="{177E98FA-CAE8-4540-B686-9BEBB47D04B2}" destId="{C26CC994-95B4-4F22-BEBD-17BF2A863F87}" srcOrd="0" destOrd="0" presId="urn:microsoft.com/office/officeart/2005/8/layout/vList2"/>
    <dgm:cxn modelId="{D598AA30-D0E9-489D-A9B9-A44AA00719EA}" type="presOf" srcId="{557BC564-5328-4758-AC3A-998B9FA2A15B}" destId="{D9C4608C-BC50-45C8-AF7F-62C473D784FB}" srcOrd="0" destOrd="0" presId="urn:microsoft.com/office/officeart/2005/8/layout/vList2"/>
    <dgm:cxn modelId="{DE692B3C-42F7-403F-8A52-6AAE12563247}" srcId="{D724B25F-12EE-4E9B-BA59-39695DFC92D7}" destId="{177E98FA-CAE8-4540-B686-9BEBB47D04B2}" srcOrd="0" destOrd="0" parTransId="{0F8C92BE-E77B-4B85-9D57-24FACBA634EE}" sibTransId="{1432D0FD-95C0-4E08-A4E0-63791D7FD780}"/>
    <dgm:cxn modelId="{4109DE8B-4CEF-4D0E-9824-19C93F0DEADA}" type="presOf" srcId="{D724B25F-12EE-4E9B-BA59-39695DFC92D7}" destId="{9B45A9FD-6C68-4F87-B72D-BC72D562AC08}" srcOrd="0" destOrd="0" presId="urn:microsoft.com/office/officeart/2005/8/layout/vList2"/>
    <dgm:cxn modelId="{2E19DFD9-FDF6-44B6-8CC4-A283CBA3A597}" srcId="{D724B25F-12EE-4E9B-BA59-39695DFC92D7}" destId="{557BC564-5328-4758-AC3A-998B9FA2A15B}" srcOrd="1" destOrd="0" parTransId="{709203C7-78FA-42B5-A1F7-568639F3A023}" sibTransId="{BA1DA945-B9C4-457D-B766-485368B661BA}"/>
    <dgm:cxn modelId="{DA5E6369-DA76-4596-9893-0644FB8A6701}" type="presParOf" srcId="{9B45A9FD-6C68-4F87-B72D-BC72D562AC08}" destId="{C26CC994-95B4-4F22-BEBD-17BF2A863F87}" srcOrd="0" destOrd="0" presId="urn:microsoft.com/office/officeart/2005/8/layout/vList2"/>
    <dgm:cxn modelId="{59084722-9231-4173-9D64-09B4EC71679E}" type="presParOf" srcId="{9B45A9FD-6C68-4F87-B72D-BC72D562AC08}" destId="{EEEED87F-0AC0-480A-88EB-8D95A370130A}" srcOrd="1" destOrd="0" presId="urn:microsoft.com/office/officeart/2005/8/layout/vList2"/>
    <dgm:cxn modelId="{B5EF7D6D-72C5-482F-8903-202C6B139F04}" type="presParOf" srcId="{9B45A9FD-6C68-4F87-B72D-BC72D562AC08}" destId="{D9C4608C-BC50-45C8-AF7F-62C473D784F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C79577B-8D66-4D59-B1EE-4461F975FCF8}" type="doc">
      <dgm:prSet loTypeId="urn:microsoft.com/office/officeart/2005/8/layout/vList2" loCatId="list" qsTypeId="urn:microsoft.com/office/officeart/2005/8/quickstyle/simple4" qsCatId="simple" csTypeId="urn:microsoft.com/office/officeart/2005/8/colors/accent6_5" csCatId="accent6" phldr="1"/>
      <dgm:spPr/>
      <dgm:t>
        <a:bodyPr/>
        <a:lstStyle/>
        <a:p>
          <a:endParaRPr lang="de-AT"/>
        </a:p>
      </dgm:t>
    </dgm:pt>
    <dgm:pt modelId="{E630170F-B734-41C9-9194-ABC3BA4C36EA}" type="pres">
      <dgm:prSet presAssocID="{5C79577B-8D66-4D59-B1EE-4461F975FCF8}" presName="linear" presStyleCnt="0">
        <dgm:presLayoutVars>
          <dgm:animLvl val="lvl"/>
          <dgm:resizeHandles val="exact"/>
        </dgm:presLayoutVars>
      </dgm:prSet>
      <dgm:spPr/>
    </dgm:pt>
  </dgm:ptLst>
  <dgm:cxnLst>
    <dgm:cxn modelId="{8292AE8F-F3B3-4B61-ACEE-B948CE22D71B}" type="presOf" srcId="{5C79577B-8D66-4D59-B1EE-4461F975FCF8}" destId="{E630170F-B734-41C9-9194-ABC3BA4C36E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B7F59-08E8-4D3D-9B7E-00786A7031D4}">
      <dsp:nvSpPr>
        <dsp:cNvPr id="0" name=""/>
        <dsp:cNvSpPr/>
      </dsp:nvSpPr>
      <dsp:spPr>
        <a:xfrm>
          <a:off x="0" y="63652"/>
          <a:ext cx="8246070" cy="67158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What is RNA and ncRNA ?</a:t>
          </a:r>
          <a:endParaRPr lang="de-AT" sz="2800" kern="1200" dirty="0"/>
        </a:p>
      </dsp:txBody>
      <dsp:txXfrm>
        <a:off x="32784" y="96436"/>
        <a:ext cx="8180502" cy="606012"/>
      </dsp:txXfrm>
    </dsp:sp>
    <dsp:sp modelId="{0D8572C2-2620-42FC-A7DC-2ABFA792C683}">
      <dsp:nvSpPr>
        <dsp:cNvPr id="0" name=""/>
        <dsp:cNvSpPr/>
      </dsp:nvSpPr>
      <dsp:spPr>
        <a:xfrm>
          <a:off x="0" y="815872"/>
          <a:ext cx="8246070" cy="67158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Aim of the master thesis</a:t>
          </a:r>
          <a:endParaRPr lang="de-AT" sz="2800" kern="1200"/>
        </a:p>
      </dsp:txBody>
      <dsp:txXfrm>
        <a:off x="32784" y="848656"/>
        <a:ext cx="8180502" cy="606012"/>
      </dsp:txXfrm>
    </dsp:sp>
    <dsp:sp modelId="{DE539062-7ED4-43EA-9080-B40E875DBD62}">
      <dsp:nvSpPr>
        <dsp:cNvPr id="0" name=""/>
        <dsp:cNvSpPr/>
      </dsp:nvSpPr>
      <dsp:spPr>
        <a:xfrm>
          <a:off x="0" y="1568092"/>
          <a:ext cx="8246070" cy="67158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Pipeline &amp; Tools</a:t>
          </a:r>
          <a:endParaRPr lang="de-AT" sz="2800" kern="1200"/>
        </a:p>
      </dsp:txBody>
      <dsp:txXfrm>
        <a:off x="32784" y="1600876"/>
        <a:ext cx="8180502" cy="606012"/>
      </dsp:txXfrm>
    </dsp:sp>
    <dsp:sp modelId="{AF63BFA0-175A-41EC-8DBD-1D9C7B3A1F54}">
      <dsp:nvSpPr>
        <dsp:cNvPr id="0" name=""/>
        <dsp:cNvSpPr/>
      </dsp:nvSpPr>
      <dsp:spPr>
        <a:xfrm>
          <a:off x="0" y="2320312"/>
          <a:ext cx="8246070" cy="67158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800" kern="1200" dirty="0" err="1"/>
            <a:t>Results</a:t>
          </a:r>
          <a:endParaRPr lang="de-AT" sz="2800" kern="1200" dirty="0"/>
        </a:p>
      </dsp:txBody>
      <dsp:txXfrm>
        <a:off x="32784" y="2353096"/>
        <a:ext cx="8180502" cy="606012"/>
      </dsp:txXfrm>
    </dsp:sp>
    <dsp:sp modelId="{3574E4AB-11DF-43A1-9F79-A8E4F04F53D3}">
      <dsp:nvSpPr>
        <dsp:cNvPr id="0" name=""/>
        <dsp:cNvSpPr/>
      </dsp:nvSpPr>
      <dsp:spPr>
        <a:xfrm>
          <a:off x="0" y="3072532"/>
          <a:ext cx="8246070" cy="671580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" panose="020B0604020202020204" pitchFamily="34" charset="0"/>
              <a:cs typeface="Arial" panose="020B0604020202020204" pitchFamily="34" charset="0"/>
            </a:rPr>
            <a:t>What AI Tool?</a:t>
          </a:r>
          <a:endParaRPr lang="de-AT" sz="2800" kern="1200" dirty="0"/>
        </a:p>
      </dsp:txBody>
      <dsp:txXfrm>
        <a:off x="32784" y="3105316"/>
        <a:ext cx="8180502" cy="6060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8146A4-F290-40E6-8206-A7C1CE7286C0}">
      <dsp:nvSpPr>
        <dsp:cNvPr id="0" name=""/>
        <dsp:cNvSpPr/>
      </dsp:nvSpPr>
      <dsp:spPr>
        <a:xfrm rot="5400000">
          <a:off x="1716015" y="1319654"/>
          <a:ext cx="545455" cy="63976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121602C-0443-49C1-B322-6D71913C3C6E}">
      <dsp:nvSpPr>
        <dsp:cNvPr id="0" name=""/>
        <dsp:cNvSpPr/>
      </dsp:nvSpPr>
      <dsp:spPr>
        <a:xfrm>
          <a:off x="1310386" y="213225"/>
          <a:ext cx="4513700" cy="1106095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Performance, efficiency, and accuracy: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SISSIz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 (simulation) vs.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Multiperm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aln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-shuffle (shuffling).</a:t>
          </a:r>
          <a:endParaRPr lang="de-AT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64391" y="267230"/>
        <a:ext cx="4405690" cy="998085"/>
      </dsp:txXfrm>
    </dsp:sp>
    <dsp:sp modelId="{AF0F3D5F-E173-420A-BF75-DB51B551372F}">
      <dsp:nvSpPr>
        <dsp:cNvPr id="0" name=""/>
        <dsp:cNvSpPr/>
      </dsp:nvSpPr>
      <dsp:spPr>
        <a:xfrm>
          <a:off x="5957577" y="379941"/>
          <a:ext cx="688030" cy="535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0" tIns="228600" rIns="228600" bIns="228600" numCol="1" spcCol="1270" anchor="ctr" anchorCtr="0">
          <a:noAutofit/>
        </a:bodyPr>
        <a:lstStyle/>
        <a:p>
          <a:pPr marL="285750" lvl="1" indent="-285750" algn="l" defTabSz="26670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6000" kern="1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rPr>
            <a:t>✓</a:t>
          </a:r>
          <a:endParaRPr lang="de-AT" sz="1200" kern="1200" dirty="0">
            <a:solidFill>
              <a:srgbClr val="FF0000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957577" y="379941"/>
        <a:ext cx="688030" cy="535194"/>
      </dsp:txXfrm>
    </dsp:sp>
    <dsp:sp modelId="{12F02A20-BB81-4CDD-9E34-47568FE26328}">
      <dsp:nvSpPr>
        <dsp:cNvPr id="0" name=""/>
        <dsp:cNvSpPr/>
      </dsp:nvSpPr>
      <dsp:spPr>
        <a:xfrm rot="5400000">
          <a:off x="2487249" y="2236279"/>
          <a:ext cx="596689" cy="639765"/>
        </a:xfrm>
        <a:prstGeom prst="bentUpArrow">
          <a:avLst>
            <a:gd name="adj1" fmla="val 32840"/>
            <a:gd name="adj2" fmla="val 25000"/>
            <a:gd name="adj3" fmla="val 35780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0BE034B-199D-46F8-97B3-588E6550DBA5}">
      <dsp:nvSpPr>
        <dsp:cNvPr id="0" name=""/>
        <dsp:cNvSpPr/>
      </dsp:nvSpPr>
      <dsp:spPr>
        <a:xfrm>
          <a:off x="2345782" y="1534587"/>
          <a:ext cx="3493580" cy="468551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 err="1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Difference</a:t>
          </a:r>
          <a:r>
            <a:rPr lang="de-DE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  <a:r>
            <a:rPr lang="de-DE" sz="1600" kern="1200" dirty="0" err="1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between</a:t>
          </a:r>
          <a:r>
            <a:rPr lang="de-DE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 </a:t>
          </a:r>
          <a:r>
            <a:rPr lang="de-DE" sz="1600" kern="1200" dirty="0" err="1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SISSIz</a:t>
          </a:r>
          <a:r>
            <a:rPr lang="de-DE" sz="1600" kern="1200" dirty="0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/</a:t>
          </a:r>
          <a:r>
            <a:rPr lang="de-DE" sz="1600" kern="1200" dirty="0" err="1">
              <a:latin typeface="Arial" panose="020B0604020202020204" pitchFamily="34" charset="0"/>
              <a:ea typeface="+mn-ea"/>
              <a:cs typeface="Arial" panose="020B0604020202020204" pitchFamily="34" charset="0"/>
            </a:rPr>
            <a:t>RNAz</a:t>
          </a:r>
          <a:r>
            <a:rPr lang="de-DE" sz="16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</a:p>
      </dsp:txBody>
      <dsp:txXfrm>
        <a:off x="2368659" y="1557464"/>
        <a:ext cx="3447826" cy="422797"/>
      </dsp:txXfrm>
    </dsp:sp>
    <dsp:sp modelId="{B0F4882E-B9B9-46D9-9E89-BE59B3420ACF}">
      <dsp:nvSpPr>
        <dsp:cNvPr id="0" name=""/>
        <dsp:cNvSpPr/>
      </dsp:nvSpPr>
      <dsp:spPr>
        <a:xfrm>
          <a:off x="4388784" y="1278349"/>
          <a:ext cx="688030" cy="535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A57A3F-7EDE-414A-9B9A-8C6499325339}">
      <dsp:nvSpPr>
        <dsp:cNvPr id="0" name=""/>
        <dsp:cNvSpPr/>
      </dsp:nvSpPr>
      <dsp:spPr>
        <a:xfrm>
          <a:off x="3116628" y="2188829"/>
          <a:ext cx="3869388" cy="1247686"/>
        </a:xfrm>
        <a:prstGeom prst="roundRect">
          <a:avLst>
            <a:gd name="adj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Can AI methods outperform 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SISSIz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en-US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RNAz</a:t>
          </a:r>
          <a:r>
            <a:rPr lang="en-US" sz="1600" kern="1200" dirty="0">
              <a:latin typeface="Arial" panose="020B0604020202020204" pitchFamily="34" charset="0"/>
              <a:cs typeface="Arial" panose="020B0604020202020204" pitchFamily="34" charset="0"/>
            </a:rPr>
            <a:t>?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1600" kern="1200" dirty="0">
              <a:latin typeface="Arial" panose="020B0604020202020204" pitchFamily="34" charset="0"/>
              <a:cs typeface="Arial" panose="020B0604020202020204" pitchFamily="34" charset="0"/>
            </a:rPr>
            <a:t>Can SISSI/</a:t>
          </a:r>
          <a:r>
            <a:rPr lang="de-AT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SISSIz</a:t>
          </a:r>
          <a:r>
            <a:rPr lang="de-AT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AT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generate</a:t>
          </a:r>
          <a:r>
            <a:rPr lang="de-AT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AT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suitable</a:t>
          </a:r>
          <a:r>
            <a:rPr lang="de-AT" sz="1600" kern="1200" dirty="0">
              <a:latin typeface="Arial" panose="020B0604020202020204" pitchFamily="34" charset="0"/>
              <a:cs typeface="Arial" panose="020B0604020202020204" pitchFamily="34" charset="0"/>
            </a:rPr>
            <a:t> negative </a:t>
          </a:r>
          <a:r>
            <a:rPr lang="de-AT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training</a:t>
          </a:r>
          <a:r>
            <a:rPr lang="de-AT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AT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data</a:t>
          </a:r>
          <a:r>
            <a:rPr lang="de-AT" sz="1600" kern="1200" dirty="0"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de-AT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for</a:t>
          </a:r>
          <a:r>
            <a:rPr lang="de-AT" sz="1600" kern="1200" dirty="0">
              <a:latin typeface="Arial" panose="020B0604020202020204" pitchFamily="34" charset="0"/>
              <a:cs typeface="Arial" panose="020B0604020202020204" pitchFamily="34" charset="0"/>
            </a:rPr>
            <a:t> AI </a:t>
          </a:r>
          <a:r>
            <a:rPr lang="de-AT" sz="1600" kern="1200" dirty="0" err="1">
              <a:latin typeface="Arial" panose="020B0604020202020204" pitchFamily="34" charset="0"/>
              <a:cs typeface="Arial" panose="020B0604020202020204" pitchFamily="34" charset="0"/>
            </a:rPr>
            <a:t>methods</a:t>
          </a:r>
          <a:r>
            <a:rPr lang="de-AT" sz="1600" kern="1200" dirty="0">
              <a:latin typeface="Arial" panose="020B0604020202020204" pitchFamily="34" charset="0"/>
              <a:cs typeface="Arial" panose="020B0604020202020204" pitchFamily="34" charset="0"/>
            </a:rPr>
            <a:t>?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177546" y="2249747"/>
        <a:ext cx="3747552" cy="11258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271C66-7794-473A-BEDB-13F4937384E1}">
      <dsp:nvSpPr>
        <dsp:cNvPr id="0" name=""/>
        <dsp:cNvSpPr/>
      </dsp:nvSpPr>
      <dsp:spPr>
        <a:xfrm>
          <a:off x="0" y="38961"/>
          <a:ext cx="7955646" cy="1670759"/>
        </a:xfrm>
        <a:prstGeom prst="roundRect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Simulation more efficient than shuffling</a:t>
          </a:r>
          <a:endParaRPr lang="de-AT" sz="4200" kern="1200" dirty="0"/>
        </a:p>
      </dsp:txBody>
      <dsp:txXfrm>
        <a:off x="81560" y="120521"/>
        <a:ext cx="7792526" cy="1507639"/>
      </dsp:txXfrm>
    </dsp:sp>
    <dsp:sp modelId="{2D77F46F-E574-4003-ADE8-8066E73A3BF2}">
      <dsp:nvSpPr>
        <dsp:cNvPr id="0" name=""/>
        <dsp:cNvSpPr/>
      </dsp:nvSpPr>
      <dsp:spPr>
        <a:xfrm>
          <a:off x="0" y="1830681"/>
          <a:ext cx="7955646" cy="1670759"/>
        </a:xfrm>
        <a:prstGeom prst="roundRect">
          <a:avLst/>
        </a:prstGeom>
        <a:solidFill>
          <a:schemeClr val="accent6">
            <a:shade val="80000"/>
            <a:hueOff val="-381692"/>
            <a:satOff val="17009"/>
            <a:lumOff val="237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l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kern="1200" dirty="0"/>
            <a:t>Working on Prediction</a:t>
          </a:r>
          <a:endParaRPr lang="de-AT" sz="4200" kern="1200" dirty="0"/>
        </a:p>
      </dsp:txBody>
      <dsp:txXfrm>
        <a:off x="81560" y="1912241"/>
        <a:ext cx="7792526" cy="15076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CC994-95B4-4F22-BEBD-17BF2A863F87}">
      <dsp:nvSpPr>
        <dsp:cNvPr id="0" name=""/>
        <dsp:cNvSpPr/>
      </dsp:nvSpPr>
      <dsp:spPr>
        <a:xfrm>
          <a:off x="0" y="754063"/>
          <a:ext cx="8245475" cy="959215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 dirty="0" err="1"/>
            <a:t>DeepFoldRNA</a:t>
          </a:r>
          <a:endParaRPr lang="de-AT" sz="3700" kern="1200" dirty="0"/>
        </a:p>
      </dsp:txBody>
      <dsp:txXfrm>
        <a:off x="46825" y="800888"/>
        <a:ext cx="8151825" cy="865565"/>
      </dsp:txXfrm>
    </dsp:sp>
    <dsp:sp modelId="{D9C4608C-BC50-45C8-AF7F-62C473D784FB}">
      <dsp:nvSpPr>
        <dsp:cNvPr id="0" name=""/>
        <dsp:cNvSpPr/>
      </dsp:nvSpPr>
      <dsp:spPr>
        <a:xfrm>
          <a:off x="0" y="1926513"/>
          <a:ext cx="8245475" cy="889371"/>
        </a:xfrm>
        <a:prstGeom prst="round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700" kern="1200" dirty="0"/>
            <a:t>SPOT-RNA2</a:t>
          </a:r>
          <a:endParaRPr lang="de-AT" sz="3700" kern="1200" dirty="0"/>
        </a:p>
      </dsp:txBody>
      <dsp:txXfrm>
        <a:off x="43416" y="1969929"/>
        <a:ext cx="8158643" cy="8025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StepDownProcess">
  <dgm:title val=""/>
  <dgm:desc val=""/>
  <dgm:catLst>
    <dgm:cat type="process" pri="1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t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t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hoose name="Name3">
      <dgm:if name="Name4" func="var" arg="dir" op="equ" val="norm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if>
      <dgm:else name="Name5">
        <dgm:constrLst>
          <dgm:constr type="alignOff" forName="rootnode" val="0.48"/>
          <dgm:constr type="primFontSz" for="des" forName="ParentText" val="65"/>
          <dgm:constr type="primFontSz" for="des" forName="ChildText" refType="primFontSz" refFor="des" refForName="ParentText" op="lte"/>
          <dgm:constr type="w" for="ch" forName="composite" refType="w"/>
          <dgm:constr type="h" for="ch" forName="composite" refType="h"/>
          <dgm:constr type="sp" refType="h" refFor="ch" refForName="composite" op="equ" fact="-0.38"/>
        </dgm:constrLst>
      </dgm:else>
    </dgm:choose>
    <dgm:forEach name="nodesForEach" axis="ch" ptType="node">
      <dgm:layoutNode name="composite">
        <dgm:alg type="composite">
          <dgm:param type="ar" val="1.2439"/>
        </dgm:alg>
        <dgm:shape xmlns:r="http://schemas.openxmlformats.org/officeDocument/2006/relationships" r:blip="">
          <dgm:adjLst/>
        </dgm:shape>
        <dgm:choose name="Name6">
          <dgm:if name="Name7" func="var" arg="dir" op="equ" val="norm">
            <dgm:constrLst>
              <dgm:constr type="l" for="ch" forName="bentUpArrow1" refType="w" fact="0.0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refFor="ch" refForName="ParentText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refFor="ch" refForName="ParentText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if>
          <dgm:else name="Name8">
            <dgm:constrLst>
              <dgm:constr type="r" for="ch" forName="bentUpArrow1" refType="w" fact="0.97"/>
              <dgm:constr type="t" for="ch" forName="bentUpArrow1" refType="h" fact="0.524"/>
              <dgm:constr type="w" for="ch" forName="bentUpArrow1" refType="w" fact="0.3844"/>
              <dgm:constr type="h" for="ch" forName="bentUpArrow1" refType="h" fact="0.42"/>
              <dgm:constr type="l" for="ch" forName="ParentText" refType="w" fact="0.4316"/>
              <dgm:constr type="t" for="ch" forName="ParentText" refType="h" fact="0"/>
              <dgm:constr type="w" for="ch" forName="ParentText" refType="w" fact="0.5684"/>
              <dgm:constr type="h" for="ch" forName="ParentText" refType="h" fact="0.4949"/>
              <dgm:constr type="l" for="ch" forName="ChildText" refType="w" fact="0"/>
              <dgm:constr type="t" for="ch" forName="ChildText" refType="h" fact="0.05"/>
              <dgm:constr type="w" for="ch" forName="ChildText" refType="w" fact="0.4134"/>
              <dgm:constr type="h" for="ch" forName="ChildText" refType="h" fact="0.4"/>
              <dgm:constr type="l" for="ch" forName="FinalChildText" refType="w" fact="0"/>
              <dgm:constr type="t" for="ch" forName="FinalChildText" refType="h" fact="0.05"/>
              <dgm:constr type="w" for="ch" forName="FinalChildText" refType="w" fact="0.4134"/>
              <dgm:constr type="h" for="ch" forName="FinalChildText" refType="h" fact="0.4"/>
            </dgm:constrLst>
          </dgm:else>
        </dgm:choose>
        <dgm:choose name="Name9">
          <dgm:if name="Name10" axis="followSib" ptType="node" func="cnt" op="gte" val="1">
            <dgm:layoutNode name="bentUpArrow1" styleLbl="alignImgPlace1">
              <dgm:alg type="sp"/>
              <dgm:choose name="Name11">
                <dgm:if name="Name12" func="var" arg="dir" op="equ" val="norm">
                  <dgm:shape xmlns:r="http://schemas.openxmlformats.org/officeDocument/2006/relationships" rot="90" type="bentUpArrow" r:blip="">
                    <dgm:adjLst>
                      <dgm:adj idx="1" val="0.3284"/>
                      <dgm:adj idx="2" val="0.25"/>
                      <dgm:adj idx="3" val="0.3578"/>
                    </dgm:adjLst>
                  </dgm:shape>
                </dgm:if>
                <dgm:else name="Name13">
                  <dgm:shape xmlns:r="http://schemas.openxmlformats.org/officeDocument/2006/relationships" rot="180" type="bentArrow" r:blip="">
                    <dgm:adjLst>
                      <dgm:adj idx="1" val="0.3284"/>
                      <dgm:adj idx="2" val="0.25"/>
                      <dgm:adj idx="3" val="0.3578"/>
                      <dgm:adj idx="4" val="0"/>
                    </dgm:adjLst>
                  </dgm:shape>
                </dgm:else>
              </dgm:choose>
              <dgm:presOf/>
            </dgm:layoutNode>
          </dgm:if>
          <dgm:else name="Name14"/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66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15">
          <dgm:if name="Name16" axis="followSib" ptType="node" func="cnt" op="equ" val="0">
            <dgm:choose name="Name17">
              <dgm:if name="Name18" axis="ch" ptType="node" func="cnt" op="gte" val="1">
                <dgm:layoutNode name="FinalChildText" styleLbl="revTx">
                  <dgm:varLst>
                    <dgm:chMax val="0"/>
                    <dgm:chPref val="0"/>
                    <dgm:bulletEnabled val="1"/>
                  </dgm:varLst>
                  <dgm:alg type="tx">
                    <dgm:param type="stBulletLvl" val="1"/>
                    <dgm:param type="txAnchorVertCh" val="mid"/>
                    <dgm:param type="parTxLTRAlign" val="l"/>
                  </dgm:alg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</dgm:if>
          <dgm:else name="Name20">
            <dgm:layoutNode name="ChildText" styleLbl="revTx">
              <dgm:varLst>
                <dgm:chMax val="0"/>
                <dgm:chPref val="0"/>
                <dgm:bulletEnabled val="1"/>
              </dgm:varLst>
              <dgm:alg type="tx">
                <dgm:param type="stBulletLvl" val="1"/>
                <dgm:param type="txAnchorVertCh" val="mid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else>
        </dgm:choos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D18E60-4300-4729-A0D7-6AB984C3922D}" type="datetimeFigureOut">
              <a:rPr lang="en-US" smtClean="0"/>
              <a:t>3/9/2025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533E96-F078-4B3D-A8F4-F1AF21EBC35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300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2522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653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Transport Genetic information</a:t>
            </a:r>
          </a:p>
          <a:p>
            <a:r>
              <a:rPr lang="en-GB" noProof="0" dirty="0"/>
              <a:t>Single Stranded </a:t>
            </a:r>
          </a:p>
          <a:p>
            <a:r>
              <a:rPr lang="en-GB" noProof="0" dirty="0"/>
              <a:t>Examples like mRNA and tRNA</a:t>
            </a:r>
          </a:p>
          <a:p>
            <a:r>
              <a:rPr lang="en-GB" noProof="0" dirty="0"/>
              <a:t>Bases like DNA but have Uracil for </a:t>
            </a:r>
            <a:r>
              <a:rPr lang="en-GB" noProof="0" dirty="0" err="1"/>
              <a:t>Thymin</a:t>
            </a:r>
            <a:endParaRPr lang="en-GB" noProof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528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Not code </a:t>
            </a:r>
            <a:r>
              <a:rPr lang="de-DE" dirty="0" err="1"/>
              <a:t>for</a:t>
            </a:r>
            <a:r>
              <a:rPr lang="de-DE" dirty="0"/>
              <a:t> Proteins</a:t>
            </a:r>
          </a:p>
          <a:p>
            <a:r>
              <a:rPr lang="en-US" dirty="0"/>
              <a:t>are responsible for the development of cancer</a:t>
            </a:r>
          </a:p>
          <a:p>
            <a:r>
              <a:rPr lang="en-US" dirty="0"/>
              <a:t>Examples:</a:t>
            </a:r>
          </a:p>
          <a:p>
            <a:r>
              <a:rPr lang="en-US" dirty="0"/>
              <a:t>microRNA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Inhibit translation of mRNAs or promote their degradation</a:t>
            </a:r>
            <a:endParaRPr lang="en-US" dirty="0"/>
          </a:p>
          <a:p>
            <a:r>
              <a:rPr lang="en-US" dirty="0"/>
              <a:t>Long non-coding RNA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all above 200 Nucleotides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Involved in cancer, neurologic disease </a:t>
            </a:r>
          </a:p>
          <a:p>
            <a:r>
              <a:rPr lang="en-US" dirty="0">
                <a:sym typeface="Wingdings" panose="05000000000000000000" pitchFamily="2" charset="2"/>
              </a:rPr>
              <a:t>Small interfering RNA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>
                <a:sym typeface="Wingdings" panose="05000000000000000000" pitchFamily="2" charset="2"/>
              </a:rPr>
              <a:t>Double stranded RNA Molecules </a:t>
            </a:r>
            <a:r>
              <a:rPr lang="de-AT" dirty="0"/>
              <a:t>(ca. 20–25 Nukleotide)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AT" dirty="0"/>
              <a:t>Bind on mRNA and </a:t>
            </a:r>
            <a:r>
              <a:rPr lang="de-AT" dirty="0" err="1"/>
              <a:t>degrade</a:t>
            </a:r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56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84A39-3E43-81D8-448A-22721EA16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F478F24-29D3-5D8E-73E8-BAA9C1BEBB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AA5112E-4B88-7B3A-B224-EA1FB61C7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Performance of the randomisation/simulation and shuffling</a:t>
            </a:r>
          </a:p>
          <a:p>
            <a:r>
              <a:rPr lang="en-GB" noProof="0" dirty="0"/>
              <a:t>Comparison of Prediction Tools</a:t>
            </a:r>
          </a:p>
          <a:p>
            <a:r>
              <a:rPr lang="en-GB" noProof="0" dirty="0"/>
              <a:t>AI vs other Tools</a:t>
            </a:r>
          </a:p>
          <a:p>
            <a:r>
              <a:rPr lang="en-GB" noProof="0" dirty="0"/>
              <a:t>Generate training data for AI</a:t>
            </a:r>
          </a:p>
          <a:p>
            <a:r>
              <a:rPr lang="en-GB" noProof="0" dirty="0"/>
              <a:t>Difference between real and randomized Data</a:t>
            </a:r>
          </a:p>
          <a:p>
            <a:endParaRPr lang="de-A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differences were identified in the analysis of data from randomized trials compared to real data?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788D1BB-FB4B-BC65-ABC7-89DD33771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177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DB03C9-F7CB-17C4-4F85-1C1107656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6B75F1D-F00B-DE6C-B2ED-A3E806C9F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06C604B-7D0C-2C1D-68D3-8F04918C9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First: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noProof="0" dirty="0"/>
              <a:t>Generate positive Samples with SISSI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noProof="0" dirty="0"/>
              <a:t>destroy RNA structure with simulation and shuffling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noProof="0" dirty="0"/>
              <a:t>Predict if RNA structure was not destroyed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noProof="0" dirty="0"/>
              <a:t>Visualization and Evaluation with Python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noProof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noProof="0" dirty="0"/>
              <a:t>Second: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noProof="0" dirty="0"/>
              <a:t>Find native Alignments and destroy the RNA structure with simulation and shuffling </a:t>
            </a:r>
            <a:r>
              <a:rPr lang="en-GB" noProof="0" dirty="0">
                <a:sym typeface="Wingdings" panose="05000000000000000000" pitchFamily="2" charset="2"/>
              </a:rPr>
              <a:t> skip SISSI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noProof="0" dirty="0">
                <a:sym typeface="Wingdings" panose="05000000000000000000" pitchFamily="2" charset="2"/>
              </a:rPr>
              <a:t>Predict if RNA structure was not destroyed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noProof="0" dirty="0"/>
              <a:t>Visualization and Evaluation with Python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noProof="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noProof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4466A5-1698-7E46-B5EA-8C7F71349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71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94C22-C39F-218C-5E2F-7ACE6432A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AE782A5B-9E6F-22AE-2523-56A308AB9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57FECE4-8982-83E4-0971-4568F59880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22911BB-5844-9687-E42A-E67E4F03F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01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1979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F0DBF-87B5-E7AA-3CC9-FDF3E1598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C86561E-2B1B-4466-E70E-EC67554913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83DA7E2-3AAA-6A4B-F974-84FCBC037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F71B6-F689-B416-C53F-2AD2C4273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661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84038-2064-41B4-E599-47F7E44D8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F6DE0E3-E9CE-6852-C0A9-96C39CDD79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B3F6BA1-0C6F-2AA7-75D3-6F5B2273A3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noProof="0" dirty="0"/>
              <a:t>Performance of the randomisation/simulation and shuffling</a:t>
            </a:r>
          </a:p>
          <a:p>
            <a:r>
              <a:rPr lang="en-GB" noProof="0" dirty="0"/>
              <a:t>Comparison of Prediction Tools</a:t>
            </a:r>
          </a:p>
          <a:p>
            <a:r>
              <a:rPr lang="en-GB" noProof="0" dirty="0"/>
              <a:t>AI vs other Tools</a:t>
            </a:r>
          </a:p>
          <a:p>
            <a:r>
              <a:rPr lang="en-GB" noProof="0" dirty="0"/>
              <a:t>Generate training data for AI</a:t>
            </a:r>
          </a:p>
          <a:p>
            <a:r>
              <a:rPr lang="en-GB" noProof="0" dirty="0"/>
              <a:t>Difference between real and randomized Data</a:t>
            </a:r>
          </a:p>
          <a:p>
            <a:endParaRPr lang="de-AT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differences were identified in the analysis of data from randomized trials compared to real data?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 i="0" baseline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B4B759-2DB2-A6D6-EAC2-7D9056E0C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533E96-F078-4B3D-A8F4-F1AF21EBC35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73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7814" y="1777179"/>
            <a:ext cx="8008376" cy="1496962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5187" y="3318385"/>
            <a:ext cx="8001000" cy="678426"/>
          </a:xfrm>
        </p:spPr>
        <p:txBody>
          <a:bodyPr>
            <a:normAutofit/>
          </a:bodyPr>
          <a:lstStyle>
            <a:lvl1pPr marL="0" indent="0" algn="l">
              <a:buNone/>
              <a:defRPr sz="2800" b="0" i="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69A80-2072-47E8-A397-A76B5659BA7C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824" y="231711"/>
            <a:ext cx="8259098" cy="763526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714" y="1179871"/>
            <a:ext cx="8246070" cy="3598603"/>
          </a:xfrm>
        </p:spPr>
        <p:txBody>
          <a:bodyPr/>
          <a:lstStyle>
            <a:lvl1pPr algn="l"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 algn="l"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 algn="l"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 algn="l"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 algn="l"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5184A-7B0C-4397-9BEA-14687E2A7671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616" y="413911"/>
            <a:ext cx="6474869" cy="725349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22" y="1150374"/>
            <a:ext cx="6496665" cy="3545497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CD80-5732-4B80-91F8-3DA4607D39D0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B1C7E-ECC9-4B5D-826B-B0285CB3C6E8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DA186-813C-4FF5-9D05-BF415A3595BE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569" y="205277"/>
            <a:ext cx="8093365" cy="763525"/>
          </a:xfrm>
        </p:spPr>
        <p:txBody>
          <a:bodyPr>
            <a:normAutofit/>
          </a:bodyPr>
          <a:lstStyle>
            <a:lvl1pPr algn="l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131" y="1581771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131" y="2054168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7252" y="1581771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57252" y="2054168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 algn="ctr"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 algn="ctr"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 algn="ctr"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 algn="ctr"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AF8A1-9A00-4A8B-B0BD-96F1A5BBE056}" type="datetime1">
              <a:rPr lang="en-US" smtClean="0"/>
              <a:t>3/9/2025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D3C5-8E4F-4C8B-8F7E-432E4055D03D}" type="datetime1">
              <a:rPr lang="en-US" smtClean="0"/>
              <a:t>3/9/2025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1DED-C695-4E0E-8019-6B9C80D84489}" type="datetime1">
              <a:rPr lang="en-US" smtClean="0"/>
              <a:t>3/9/2025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B64F3-D597-4C29-B3FD-59327B508398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2DCF9-B7BB-476D-B623-2F0BD06D5560}" type="datetime1">
              <a:rPr lang="en-US" smtClean="0"/>
              <a:t>3/9/2025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2A7B0-5ADF-4756-8975-C77F195B34BC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F03FE-A754-4632-A31A-E50B483B629B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1212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808475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1EA926-F91D-4670-9432-3350430FAE5D}" type="datetime1">
              <a:rPr lang="en-US" smtClean="0"/>
              <a:t>3/9/2025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2812" y="694395"/>
            <a:ext cx="8008042" cy="4083860"/>
          </a:xfrm>
        </p:spPr>
        <p:txBody>
          <a:bodyPr>
            <a:noAutofit/>
          </a:bodyPr>
          <a:lstStyle/>
          <a:p>
            <a:pPr algn="ctr"/>
            <a:r>
              <a:rPr lang="de-AT" b="1" i="0" u="none" strike="noStrike" baseline="0" dirty="0" err="1">
                <a:latin typeface="Arial" panose="020B0604020202020204" pitchFamily="34" charset="0"/>
              </a:rPr>
              <a:t>Evaluating</a:t>
            </a:r>
            <a:r>
              <a:rPr lang="de-AT" b="1" i="0" u="none" strike="noStrike" baseline="0" dirty="0">
                <a:latin typeface="Arial" panose="020B0604020202020204" pitchFamily="34" charset="0"/>
              </a:rPr>
              <a:t> </a:t>
            </a:r>
            <a:r>
              <a:rPr lang="de-AT" b="1" i="0" u="none" strike="noStrike" baseline="0" dirty="0" err="1">
                <a:latin typeface="Arial" panose="020B0604020202020204" pitchFamily="34" charset="0"/>
              </a:rPr>
              <a:t>Randomization</a:t>
            </a:r>
            <a:r>
              <a:rPr lang="de-AT" b="1" i="0" u="none" strike="noStrike" baseline="0" dirty="0">
                <a:latin typeface="Arial" panose="020B0604020202020204" pitchFamily="34" charset="0"/>
              </a:rPr>
              <a:t> Efficiency: </a:t>
            </a:r>
            <a:br>
              <a:rPr lang="de-AT" b="1" i="0" u="none" strike="noStrike" baseline="0" dirty="0">
                <a:latin typeface="Arial" panose="020B0604020202020204" pitchFamily="34" charset="0"/>
              </a:rPr>
            </a:br>
            <a:br>
              <a:rPr lang="de-AT" b="0" i="0" u="none" strike="noStrike" baseline="0" dirty="0">
                <a:latin typeface="Arial" panose="020B0604020202020204" pitchFamily="34" charset="0"/>
              </a:rPr>
            </a:br>
            <a:r>
              <a:rPr lang="en-US" b="1" i="0" u="none" strike="noStrike" baseline="0" dirty="0">
                <a:latin typeface="Arial" panose="020B0604020202020204" pitchFamily="34" charset="0"/>
              </a:rPr>
              <a:t>Advanced Bioinformatics and AI Approaches for Genome-Wide Prediction of Non-Coding RNA Structures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950A55-7965-1940-4FEC-A89348CF5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Table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contents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BF92123-62B5-B558-72CC-12B5AE6ED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CDFD3EF2-6EA3-8670-3574-B702FBED5D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9004127"/>
              </p:ext>
            </p:extLst>
          </p:nvPr>
        </p:nvGraphicFramePr>
        <p:xfrm>
          <a:off x="463714" y="1179871"/>
          <a:ext cx="8246070" cy="3807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8874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What is RNA?</a:t>
            </a:r>
            <a:endParaRPr lang="en-US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40ACAF2B-1D5C-F250-F3C3-41E88BD1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106" name="Inhaltsplatzhalter 105">
            <a:extLst>
              <a:ext uri="{FF2B5EF4-FFF2-40B4-BE49-F238E27FC236}">
                <a16:creationId xmlns:a16="http://schemas.microsoft.com/office/drawing/2014/main" id="{C9A85448-8B61-B114-023B-75D745595E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714375" y="1251011"/>
            <a:ext cx="7562850" cy="3516252"/>
          </a:xfrm>
        </p:spPr>
      </p:pic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2E3027-9EAE-D556-D778-769ED2344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are non-coding RNAs?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FC1BE9-9432-D0DF-5DFD-E88C280F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12" name="Inhaltsplatzhalter 11" descr="Ein Bild, das Text, Schrift enthält.&#10;&#10;KI-generierte Inhalte können fehlerhaft sein.">
            <a:extLst>
              <a:ext uri="{FF2B5EF4-FFF2-40B4-BE49-F238E27FC236}">
                <a16:creationId xmlns:a16="http://schemas.microsoft.com/office/drawing/2014/main" id="{C675CC8A-DE7B-C7FD-91BD-47B318B1D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15" y="1341115"/>
            <a:ext cx="7586570" cy="3224292"/>
          </a:xfrm>
        </p:spPr>
      </p:pic>
    </p:spTree>
    <p:extLst>
      <p:ext uri="{BB962C8B-B14F-4D97-AF65-F5344CB8AC3E}">
        <p14:creationId xmlns:p14="http://schemas.microsoft.com/office/powerpoint/2010/main" val="13987337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6F201-DC41-572F-52A7-307BA7EDE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C3EFBE-E50F-1D64-10F7-D17BAF429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Aim of the master thesis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8D6DF4-3ACC-EE24-C1DF-1C658089B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>
                <a:solidFill>
                  <a:schemeClr val="tx1"/>
                </a:solidFill>
              </a:rPr>
              <a:pPr/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FDF3A4E6-CB93-F8EC-43FA-8B630C1EA9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7916841"/>
              </p:ext>
            </p:extLst>
          </p:nvPr>
        </p:nvGraphicFramePr>
        <p:xfrm>
          <a:off x="479424" y="1150938"/>
          <a:ext cx="8207376" cy="3544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1986A6E-5AD3-532B-6A8C-40BD30A3F553}"/>
              </a:ext>
            </a:extLst>
          </p:cNvPr>
          <p:cNvGrpSpPr/>
          <p:nvPr/>
        </p:nvGrpSpPr>
        <p:grpSpPr>
          <a:xfrm>
            <a:off x="6954485" y="2611126"/>
            <a:ext cx="802850" cy="624509"/>
            <a:chOff x="5441978" y="0"/>
            <a:chExt cx="802850" cy="624509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A90144B-93C0-764B-102A-3E4845DD8FCF}"/>
                </a:ext>
              </a:extLst>
            </p:cNvPr>
            <p:cNvSpPr/>
            <p:nvPr/>
          </p:nvSpPr>
          <p:spPr>
            <a:xfrm>
              <a:off x="5441978" y="0"/>
              <a:ext cx="802850" cy="62450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AT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F97B273F-358F-82EB-25A5-BAD6F9D5B6D9}"/>
                </a:ext>
              </a:extLst>
            </p:cNvPr>
            <p:cNvSpPr txBox="1"/>
            <p:nvPr/>
          </p:nvSpPr>
          <p:spPr>
            <a:xfrm>
              <a:off x="5441978" y="0"/>
              <a:ext cx="802850" cy="6245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de-AT" sz="1000" kern="1200" dirty="0"/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BFCAA60-C11D-02C6-3748-257BCEADC653}"/>
              </a:ext>
            </a:extLst>
          </p:cNvPr>
          <p:cNvGrpSpPr/>
          <p:nvPr/>
        </p:nvGrpSpPr>
        <p:grpSpPr>
          <a:xfrm>
            <a:off x="7674399" y="3992562"/>
            <a:ext cx="802850" cy="624509"/>
            <a:chOff x="5441978" y="0"/>
            <a:chExt cx="802850" cy="624509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99B894D-0473-1524-C6F4-887CB34ECBE4}"/>
                </a:ext>
              </a:extLst>
            </p:cNvPr>
            <p:cNvSpPr/>
            <p:nvPr/>
          </p:nvSpPr>
          <p:spPr>
            <a:xfrm>
              <a:off x="5441978" y="0"/>
              <a:ext cx="802850" cy="62450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AT"/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8E251E3A-DF41-6BA0-A700-CE22D4BA8965}"/>
                </a:ext>
              </a:extLst>
            </p:cNvPr>
            <p:cNvSpPr txBox="1"/>
            <p:nvPr/>
          </p:nvSpPr>
          <p:spPr>
            <a:xfrm>
              <a:off x="5441978" y="0"/>
              <a:ext cx="802850" cy="6245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de-AT" sz="1000" kern="1200" dirty="0"/>
            </a:p>
          </p:txBody>
        </p:sp>
      </p:grpSp>
      <p:sp>
        <p:nvSpPr>
          <p:cNvPr id="16" name="Textfeld 15">
            <a:extLst>
              <a:ext uri="{FF2B5EF4-FFF2-40B4-BE49-F238E27FC236}">
                <a16:creationId xmlns:a16="http://schemas.microsoft.com/office/drawing/2014/main" id="{0A30EEDB-8379-BCDE-F7A5-885A9E846DED}"/>
              </a:ext>
            </a:extLst>
          </p:cNvPr>
          <p:cNvSpPr txBox="1"/>
          <p:nvPr/>
        </p:nvSpPr>
        <p:spPr>
          <a:xfrm>
            <a:off x="6736785" y="2287960"/>
            <a:ext cx="1238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None/>
            </a:pPr>
            <a:r>
              <a:rPr lang="en-US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~</a:t>
            </a:r>
            <a:endParaRPr lang="de-AT" sz="6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C63BF64-CB22-7B34-20EC-972ED9ACCE57}"/>
              </a:ext>
            </a:extLst>
          </p:cNvPr>
          <p:cNvSpPr txBox="1"/>
          <p:nvPr/>
        </p:nvSpPr>
        <p:spPr>
          <a:xfrm>
            <a:off x="7648434" y="3478892"/>
            <a:ext cx="1238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6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lang="de-AT" sz="6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Pfeil: nach links 19">
            <a:extLst>
              <a:ext uri="{FF2B5EF4-FFF2-40B4-BE49-F238E27FC236}">
                <a16:creationId xmlns:a16="http://schemas.microsoft.com/office/drawing/2014/main" id="{908DB843-E43D-2D84-606F-04948C102D54}"/>
              </a:ext>
            </a:extLst>
          </p:cNvPr>
          <p:cNvSpPr/>
          <p:nvPr/>
        </p:nvSpPr>
        <p:spPr>
          <a:xfrm rot="16200000">
            <a:off x="116943" y="1489323"/>
            <a:ext cx="1738517" cy="874421"/>
          </a:xfrm>
          <a:prstGeom prst="leftArrow">
            <a:avLst>
              <a:gd name="adj1" fmla="val 44862"/>
              <a:gd name="adj2" fmla="val 55047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Randomized</a:t>
            </a:r>
            <a:endParaRPr lang="de-AT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Pfeil: nach links 20">
            <a:extLst>
              <a:ext uri="{FF2B5EF4-FFF2-40B4-BE49-F238E27FC236}">
                <a16:creationId xmlns:a16="http://schemas.microsoft.com/office/drawing/2014/main" id="{A18B8CE4-F073-6B9D-0D6C-44E04BBBA7A5}"/>
              </a:ext>
            </a:extLst>
          </p:cNvPr>
          <p:cNvSpPr/>
          <p:nvPr/>
        </p:nvSpPr>
        <p:spPr>
          <a:xfrm rot="16200000">
            <a:off x="-22374" y="3297590"/>
            <a:ext cx="1994269" cy="990673"/>
          </a:xfrm>
          <a:prstGeom prst="leftArrow">
            <a:avLst>
              <a:gd name="adj1" fmla="val 44862"/>
              <a:gd name="adj2" fmla="val 55047"/>
            </a:avLst>
          </a:prstGeom>
          <a:solidFill>
            <a:schemeClr val="tx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Prediction</a:t>
            </a:r>
            <a:endParaRPr lang="de-AT" sz="1400" dirty="0">
              <a:solidFill>
                <a:sysClr val="windowText" lastClr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569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2B8D1-6A50-B1AA-22E0-2C863F89E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639874-7F29-02FD-DCAA-A1984623B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Pipeline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9398F6-6DA8-1AAC-CEF7-41856DD41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A59A12B-55B3-EE55-077E-BD95134B6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0125" y="1102366"/>
            <a:ext cx="7184238" cy="404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17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06B80-C7D8-6BB8-0BD8-540CD27F6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05FAD8-608C-1897-BA93-53673DA9B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SISSIz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Prediction</a:t>
            </a:r>
            <a:endParaRPr lang="de-A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CF03599-31D4-45EC-5828-BC2694910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309C8EC-86EA-1D65-821A-4F97A7B339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3450" y="1192747"/>
            <a:ext cx="5597100" cy="384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55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82B54-C159-C298-44D1-BCE5976BC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230BF7-6A66-BD33-329B-3E6A8BDB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RNAz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Prediction</a:t>
            </a:r>
            <a:endParaRPr lang="de-A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BF11273-6A3D-13BD-760D-0937C850E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8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AB317D3-0ABB-0D80-5826-5DA9F2AEC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85925" y="1112117"/>
            <a:ext cx="5772150" cy="3928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261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B7E44-6DF5-4EDC-191D-B13645E6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EC348B-439C-3DCF-3C89-11A0E12FD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14" y="223962"/>
            <a:ext cx="8259098" cy="763526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Conclusion: First Results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38DF0B-90AD-D54C-48E2-5F8EB6673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3" name="Diagramm 2">
            <a:extLst>
              <a:ext uri="{FF2B5EF4-FFF2-40B4-BE49-F238E27FC236}">
                <a16:creationId xmlns:a16="http://schemas.microsoft.com/office/drawing/2014/main" id="{93278CB6-2A48-3C5F-ADB8-14643B6873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512500"/>
              </p:ext>
            </p:extLst>
          </p:nvPr>
        </p:nvGraphicFramePr>
        <p:xfrm>
          <a:off x="421188" y="1511085"/>
          <a:ext cx="7955646" cy="3540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21670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469BA-95BA-ED77-B228-347CA60E2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3F1C2-035E-453C-FC28-5068AC14B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Next Steps: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AI Tools?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612D56E-AA6D-6579-071C-968E448FB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Inhaltsplatzhalter 6">
            <a:extLst>
              <a:ext uri="{FF2B5EF4-FFF2-40B4-BE49-F238E27FC236}">
                <a16:creationId xmlns:a16="http://schemas.microsoft.com/office/drawing/2014/main" id="{87AA19C0-2DF6-ACBC-B258-2E71AB64A2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2482443"/>
              </p:ext>
            </p:extLst>
          </p:nvPr>
        </p:nvGraphicFramePr>
        <p:xfrm>
          <a:off x="463550" y="1179513"/>
          <a:ext cx="8245475" cy="35988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2714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F9EA-CB30-A6DA-43A7-41EC59834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C7460A-C9D2-18BD-24F7-464E43F0F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Server Condition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2D69C91-7E08-792B-AE87-65BB2B84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5388F42-7E98-7E27-0846-EBE16B26A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Operating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system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: Linux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Programms: Python,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TenserFlow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PyTorch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, CUDA,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Biopython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Numpy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CPU: 16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RAM: 64-128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GPU: NVIDIA A100 80GB</a:t>
            </a:r>
          </a:p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Space: 1TB</a:t>
            </a:r>
            <a:endParaRPr lang="de-A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7062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BA6C6-FF3E-DF61-66D6-AFA78FC7E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462B8F-0B78-2585-6761-633CB04B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End of Presentation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E57F95A-E4ED-356E-BD15-EFB01CE44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>
                <a:solidFill>
                  <a:schemeClr val="tx1"/>
                </a:solidFill>
              </a:rPr>
              <a:pPr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A0B8A53-A30D-5540-4E98-76BB4967A0E0}"/>
              </a:ext>
            </a:extLst>
          </p:cNvPr>
          <p:cNvGrpSpPr/>
          <p:nvPr/>
        </p:nvGrpSpPr>
        <p:grpSpPr>
          <a:xfrm>
            <a:off x="6954485" y="2611126"/>
            <a:ext cx="802850" cy="624509"/>
            <a:chOff x="5441978" y="0"/>
            <a:chExt cx="802850" cy="624509"/>
          </a:xfrm>
        </p:grpSpPr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FD827438-4E4D-8B97-95F6-117234F1FBA3}"/>
                </a:ext>
              </a:extLst>
            </p:cNvPr>
            <p:cNvSpPr/>
            <p:nvPr/>
          </p:nvSpPr>
          <p:spPr>
            <a:xfrm>
              <a:off x="5441978" y="0"/>
              <a:ext cx="802850" cy="62450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AT"/>
            </a:p>
          </p:txBody>
        </p:sp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042679E-E5A1-6E76-CE2C-82751064CDD9}"/>
                </a:ext>
              </a:extLst>
            </p:cNvPr>
            <p:cNvSpPr txBox="1"/>
            <p:nvPr/>
          </p:nvSpPr>
          <p:spPr>
            <a:xfrm>
              <a:off x="5441978" y="0"/>
              <a:ext cx="802850" cy="6245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de-AT" sz="1000" kern="1200" dirty="0"/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E4C7BA2-7D3C-6962-8764-069A0A431BF1}"/>
              </a:ext>
            </a:extLst>
          </p:cNvPr>
          <p:cNvGrpSpPr/>
          <p:nvPr/>
        </p:nvGrpSpPr>
        <p:grpSpPr>
          <a:xfrm>
            <a:off x="7674399" y="3992562"/>
            <a:ext cx="802850" cy="624509"/>
            <a:chOff x="5441978" y="0"/>
            <a:chExt cx="802850" cy="624509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10EA0163-6CC4-BAA2-3F1B-332781077343}"/>
                </a:ext>
              </a:extLst>
            </p:cNvPr>
            <p:cNvSpPr/>
            <p:nvPr/>
          </p:nvSpPr>
          <p:spPr>
            <a:xfrm>
              <a:off x="5441978" y="0"/>
              <a:ext cx="802850" cy="624509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2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2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de-AT"/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E7297D3E-4A1F-2E7E-15F0-56FBBAE20B79}"/>
                </a:ext>
              </a:extLst>
            </p:cNvPr>
            <p:cNvSpPr txBox="1"/>
            <p:nvPr/>
          </p:nvSpPr>
          <p:spPr>
            <a:xfrm>
              <a:off x="5441978" y="0"/>
              <a:ext cx="802850" cy="62450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marL="57150" lvl="1" indent="-57150" algn="l" defTabSz="4445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de-AT" sz="1000" kern="1200" dirty="0"/>
            </a:p>
          </p:txBody>
        </p:sp>
      </p:grp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8CD258F3-1ACF-27B9-E0CE-BC370642F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598" y="1170827"/>
            <a:ext cx="7378803" cy="3545497"/>
          </a:xfrm>
        </p:spPr>
        <p:txBody>
          <a:bodyPr/>
          <a:lstStyle/>
          <a:p>
            <a:pPr marL="0" indent="0" algn="ctr">
              <a:buNone/>
            </a:pPr>
            <a:endParaRPr lang="de-DE" sz="4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de-DE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THANK YOU FOR YOUR ATTENTION</a:t>
            </a:r>
            <a:endParaRPr lang="de-AT" sz="4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8173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CBB3FFC-09B1-FFB8-0EB5-A899AB16B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194023-C849-2637-A0DE-DFCF371AE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Appendix</a:t>
            </a:r>
            <a:endParaRPr lang="en-GB" dirty="0"/>
          </a:p>
        </p:txBody>
      </p:sp>
      <p:graphicFrame>
        <p:nvGraphicFramePr>
          <p:cNvPr id="5" name="Inhaltsplatzhalter 4">
            <a:extLst>
              <a:ext uri="{FF2B5EF4-FFF2-40B4-BE49-F238E27FC236}">
                <a16:creationId xmlns:a16="http://schemas.microsoft.com/office/drawing/2014/main" id="{10B1881E-9C7B-A928-6983-9DB520B2C5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63714" y="1179871"/>
          <a:ext cx="8246070" cy="35986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A603595-1F0B-952C-316A-1F50DFA5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1B3A11-FB9E-DABF-238A-8385C0F0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4942E9-750B-BA59-BFA0-DDDB3C9FA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Total Time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generating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negative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  <a:endParaRPr lang="de-A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43DE0F-2C98-94AB-06F2-5E3C03EA8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14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fik 5" descr="Ein Bild, das Text, Screenshot, Zahl, Diagramm enthält.&#10;&#10;KI-generierte Inhalte können fehlerhaft sein.">
            <a:extLst>
              <a:ext uri="{FF2B5EF4-FFF2-40B4-BE49-F238E27FC236}">
                <a16:creationId xmlns:a16="http://schemas.microsoft.com/office/drawing/2014/main" id="{7846483D-16FE-FD13-D95A-3B38F094C6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908" y="1100339"/>
            <a:ext cx="6599999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80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5E706B7-13AD-6828-E984-83D253EE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CA97E8-A842-A3A9-F322-1CB912D0E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Time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generating</a:t>
            </a:r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 negative </a:t>
            </a:r>
            <a:r>
              <a:rPr lang="de-DE" dirty="0" err="1">
                <a:latin typeface="Arial" panose="020B0604020202020204" pitchFamily="34" charset="0"/>
                <a:cs typeface="Arial" panose="020B0604020202020204" pitchFamily="34" charset="0"/>
              </a:rPr>
              <a:t>samples</a:t>
            </a:r>
            <a:endParaRPr lang="de-A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069D31F-6D32-C90F-9BA7-71ADEE46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15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2A72DA77-B15D-62BC-6C16-E0E5CC6C2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00" y="1081107"/>
            <a:ext cx="7920000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426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7F49E74-B608-F3AC-315D-AD02A9BE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1DD22C-C584-E71D-94A5-F5D86DC48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RNAz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SCI</a:t>
            </a:r>
            <a:endParaRPr lang="de-A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071CB3-6146-0E5E-C211-BB2E86269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16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1F20F77-01C6-06FE-FD11-C67C901FE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00375" y="1198692"/>
            <a:ext cx="5543250" cy="3842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843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D6F256-785B-C91A-74DF-BFFEA7BBA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1E7B29-C22D-3D7B-7336-6BE99400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SISSIz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SCI</a:t>
            </a:r>
            <a:endParaRPr lang="de-A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AEE2810-7C42-9546-BD20-AD29682A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17</a:t>
            </a:fld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6400E78-1427-D888-B146-3C4FBE97B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14724" y="1220296"/>
            <a:ext cx="5314552" cy="368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814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Bildschirmpräsentation (16:9)</PresentationFormat>
  <Paragraphs>109</Paragraphs>
  <Slides>17</Slides>
  <Notes>10</Notes>
  <HiddenSlides>5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Calibri</vt:lpstr>
      <vt:lpstr>Wingdings</vt:lpstr>
      <vt:lpstr>Office Theme</vt:lpstr>
      <vt:lpstr>Evaluating Randomization Efficiency:   Advanced Bioinformatics and AI Approaches for Genome-Wide Prediction of Non-Coding RNA Structures </vt:lpstr>
      <vt:lpstr>Table of contents</vt:lpstr>
      <vt:lpstr>What is RNA?</vt:lpstr>
      <vt:lpstr>What are non-coding RNAs?</vt:lpstr>
      <vt:lpstr>Aim of the master thesis</vt:lpstr>
      <vt:lpstr>Pipeline</vt:lpstr>
      <vt:lpstr>SISSIz Prediction</vt:lpstr>
      <vt:lpstr>RNAz Prediction</vt:lpstr>
      <vt:lpstr>Conclusion: First Results</vt:lpstr>
      <vt:lpstr>Next Steps: AI Tools?</vt:lpstr>
      <vt:lpstr>Server Condition</vt:lpstr>
      <vt:lpstr>End of Presentation</vt:lpstr>
      <vt:lpstr>Appendix</vt:lpstr>
      <vt:lpstr>Total Time to generating negative samples</vt:lpstr>
      <vt:lpstr>Time to generating negative samples</vt:lpstr>
      <vt:lpstr>RNAz SCI</vt:lpstr>
      <vt:lpstr>SISSIz SCI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2017-08-01T15:40:51Z</dcterms:created>
  <dcterms:modified xsi:type="dcterms:W3CDTF">2025-03-09T18:35:26Z</dcterms:modified>
</cp:coreProperties>
</file>